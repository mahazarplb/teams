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29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796BAD8-C552-4F45-B58C-782BC6FD67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14122ED-2A13-4392-B128-A42B67FD21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3988BC8-068B-4B89-AF77-E82984B214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B463F-C5EE-45EA-A74E-44917C689633}" type="datetimeFigureOut">
              <a:rPr lang="de-DE" smtClean="0"/>
              <a:t>30.10.2024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D446A12-C718-47EC-B5CB-1DBF26179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06021FA-8AF2-45D6-9F51-B1C04A4FD3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EDBDB-AB7D-480D-9CA4-8A00E02DEB5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922279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D389DBF-3496-47AF-ACD8-811F4E6C6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2E6AF43-AE72-4F0A-9063-6706F06820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53589E4-396E-4532-9941-EBDBBF6250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B463F-C5EE-45EA-A74E-44917C689633}" type="datetimeFigureOut">
              <a:rPr lang="de-DE" smtClean="0"/>
              <a:t>30.10.2024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3FC1736-4AA7-41CC-8079-7E2C9EA7C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8D60595-E1FC-4486-8C47-AB2F3BF92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EDBDB-AB7D-480D-9CA4-8A00E02DEB5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074816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FE3D9A3-172D-45F3-9110-678268244D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B44D3A5-C8DF-4DC0-984E-8485938590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E7E0F77-29AC-4358-96ED-98CB18415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B463F-C5EE-45EA-A74E-44917C689633}" type="datetimeFigureOut">
              <a:rPr lang="de-DE" smtClean="0"/>
              <a:t>30.10.2024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80E3E7D-F283-4100-9CB7-ACD362CC4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8248196-93A8-4AC9-8117-701A26AC2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EDBDB-AB7D-480D-9CA4-8A00E02DEB5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614630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71F6B0B-F3DB-44B4-B4DD-128F9D92D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9DB4D9B-DF65-4668-B9BB-8DF0999934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838DE4A5-7F8C-4139-983B-D3D2C0F775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EDC2770-EF4F-4B7D-B062-2DF88D3F6A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B463F-C5EE-45EA-A74E-44917C689633}" type="datetimeFigureOut">
              <a:rPr lang="de-DE" smtClean="0"/>
              <a:t>30.10.2024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4461B19-5927-41A7-9576-8F3E69BD50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0C2976F-EA2B-4AC5-8662-836A967BA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EDBDB-AB7D-480D-9CA4-8A00E02DEB5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218383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81FF9FA-3715-43DE-A4CA-9295F20549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179B805-7E73-4E4F-BF50-175A0149E9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1FCF9AF-64D4-44EA-9568-D84C43083A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14635C80-ED51-46DF-A53F-01E9C2C09C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2FA70C4E-5C0C-47C1-AAD5-9FD56B4F5B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A6DB6F28-52A3-470F-A883-52B6420B8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B463F-C5EE-45EA-A74E-44917C689633}" type="datetimeFigureOut">
              <a:rPr lang="de-DE" smtClean="0"/>
              <a:t>30.10.2024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224C06F9-8174-4E63-A89C-300B6B3C4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D8F0DA39-64FC-476F-9899-9BE8C817D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EDBDB-AB7D-480D-9CA4-8A00E02DEB5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479642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E324174-6655-459C-B00E-4F04AC891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8BB42BDE-A5DD-4C12-99C7-7D9E3D23C4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B463F-C5EE-45EA-A74E-44917C689633}" type="datetimeFigureOut">
              <a:rPr lang="de-DE" smtClean="0"/>
              <a:t>30.10.2024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FB8327F-31BC-4B95-A030-2C7010B4B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FF0C424-4FA2-438E-AD45-CD9270EEC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EDBDB-AB7D-480D-9CA4-8A00E02DEB5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902413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8CEBB5E0-A608-4187-A756-3FE0C0244D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B463F-C5EE-45EA-A74E-44917C689633}" type="datetimeFigureOut">
              <a:rPr lang="de-DE" smtClean="0"/>
              <a:t>30.10.2024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553C2527-D57A-4DC9-A3C3-8D6B68A2F8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BED7CD2-7351-4C1E-8CEC-9594D4380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EDBDB-AB7D-480D-9CA4-8A00E02DEB5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888005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439A50E-005D-46E0-B22E-80C2623682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223ABD5-7136-4A32-8A85-715382572E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0D138DB-E8F0-456E-8BB6-C3BFA11502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0758561-CB77-4BD4-AD6F-A18CB118E7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B463F-C5EE-45EA-A74E-44917C689633}" type="datetimeFigureOut">
              <a:rPr lang="de-DE" smtClean="0"/>
              <a:t>30.10.2024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1CEA98B-F7B1-44BF-B84D-9152ACC32C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6378F70-79A2-4E02-9ECC-6EA7C93F8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EDBDB-AB7D-480D-9CA4-8A00E02DEB5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884513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6BF2368-7F1C-4150-A904-9514DCE7FA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FEC5E393-1EC4-42DF-893A-23A4F20C3E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55746CF-876C-4804-9DC3-8582404583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AA4D0AE-0C71-460B-B4AF-6794193BB5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B463F-C5EE-45EA-A74E-44917C689633}" type="datetimeFigureOut">
              <a:rPr lang="de-DE" smtClean="0"/>
              <a:t>30.10.2024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9D5F9A3-D116-429D-BED9-1E1854888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F30933C-9D2C-4F3B-8DF2-160520DDE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EDBDB-AB7D-480D-9CA4-8A00E02DEB5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137083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8A27E15-B927-43F1-B311-5C29FA6DD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9AAF709B-3BE0-4288-934F-4A3E2B1BB5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FC08CAD-C4A2-43A0-9413-57D5F220EB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B463F-C5EE-45EA-A74E-44917C689633}" type="datetimeFigureOut">
              <a:rPr lang="de-DE" smtClean="0"/>
              <a:t>30.10.2024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31FBDCB-96E9-4033-910E-07C6337DF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0EE1DAB-67ED-408C-A2FA-7D7BD98262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EDBDB-AB7D-480D-9CA4-8A00E02DEB5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049128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0CE457CE-C439-40E5-9348-63C0431100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12209D26-87B0-4BCB-817A-C3A62A0C43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3B195B6-E03F-4A00-91EE-9749A8272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B463F-C5EE-45EA-A74E-44917C689633}" type="datetimeFigureOut">
              <a:rPr lang="de-DE" smtClean="0"/>
              <a:t>30.10.2024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4B0D63A-0204-47FB-BBCF-A29FFBF08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C7C98FA-53AB-40C6-85D4-048BA3AD0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EDBDB-AB7D-480D-9CA4-8A00E02DEB5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338730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3F99A5A3-900C-4578-8196-37CFD33B4F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Edit master title format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5266822-0E29-4B66-9C92-679CAD1C33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Edit master text format</a:t>
            </a:r>
          </a:p>
          <a:p>
            <a:pPr lvl="1"/>
            <a:r>
              <a:rPr lang="de-DE"/>
              <a:t>Second level</a:t>
            </a:r>
          </a:p>
          <a:p>
            <a:pPr lvl="2"/>
            <a:r>
              <a:rPr lang="de-DE"/>
              <a:t>Third level</a:t>
            </a:r>
          </a:p>
          <a:p>
            <a:pPr lvl="3"/>
            <a:r>
              <a:rPr lang="de-DE"/>
              <a:t>Fourth level</a:t>
            </a:r>
          </a:p>
          <a:p>
            <a:pPr lvl="4"/>
            <a:r>
              <a:rPr lang="de-DE"/>
              <a:t>Fifth level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58DE4E1-E2DA-482A-A45F-C157C1B76F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DB463F-C5EE-45EA-A74E-44917C689633}" type="datetimeFigureOut">
              <a:rPr lang="de-DE" smtClean="0"/>
              <a:t>30.10.2024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05B16A5-A272-4A41-B43B-F21AF908C3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5AF9DEE-4F03-4E66-8E1A-55763A481F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7EDBDB-AB7D-480D-9CA4-8A00E02DEB5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677541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ihandform: Form 5">
            <a:extLst>
              <a:ext uri="{FF2B5EF4-FFF2-40B4-BE49-F238E27FC236}">
                <a16:creationId xmlns:a16="http://schemas.microsoft.com/office/drawing/2014/main" id="{2EE6A2F9-5F37-4DF6-92E9-48CBB84DA958}"/>
              </a:ext>
            </a:extLst>
          </p:cNvPr>
          <p:cNvSpPr/>
          <p:nvPr/>
        </p:nvSpPr>
        <p:spPr>
          <a:xfrm>
            <a:off x="8876541" y="1668778"/>
            <a:ext cx="173136" cy="2169975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2169975"/>
                </a:lnTo>
                <a:lnTo>
                  <a:pt x="173136" y="2169975"/>
                </a:lnTo>
              </a:path>
            </a:pathLst>
          </a:custGeom>
          <a:noFill/>
        </p:spPr>
        <p:style>
          <a:lnRef idx="2">
            <a:schemeClr val="accent6"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4">
              <a:tint val="7000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7" name="Freihandform: Form 6">
            <a:extLst>
              <a:ext uri="{FF2B5EF4-FFF2-40B4-BE49-F238E27FC236}">
                <a16:creationId xmlns:a16="http://schemas.microsoft.com/office/drawing/2014/main" id="{CDB31665-4995-4524-AD00-C8592AC09622}"/>
              </a:ext>
            </a:extLst>
          </p:cNvPr>
          <p:cNvSpPr/>
          <p:nvPr/>
        </p:nvSpPr>
        <p:spPr>
          <a:xfrm>
            <a:off x="8876541" y="1668778"/>
            <a:ext cx="173136" cy="1350463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1350463"/>
                </a:lnTo>
                <a:lnTo>
                  <a:pt x="173136" y="1350463"/>
                </a:lnTo>
              </a:path>
            </a:pathLst>
          </a:custGeom>
          <a:noFill/>
        </p:spPr>
        <p:style>
          <a:lnRef idx="2">
            <a:schemeClr val="accent6"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4">
              <a:tint val="7000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8" name="Freihandform: Form 7">
            <a:extLst>
              <a:ext uri="{FF2B5EF4-FFF2-40B4-BE49-F238E27FC236}">
                <a16:creationId xmlns:a16="http://schemas.microsoft.com/office/drawing/2014/main" id="{ADB4EF82-3E37-40C6-BB02-2C3FB3D706B7}"/>
              </a:ext>
            </a:extLst>
          </p:cNvPr>
          <p:cNvSpPr/>
          <p:nvPr/>
        </p:nvSpPr>
        <p:spPr>
          <a:xfrm>
            <a:off x="8876541" y="1668778"/>
            <a:ext cx="173136" cy="530951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530951"/>
                </a:lnTo>
                <a:lnTo>
                  <a:pt x="173136" y="530951"/>
                </a:lnTo>
              </a:path>
            </a:pathLst>
          </a:custGeom>
          <a:noFill/>
        </p:spPr>
        <p:style>
          <a:lnRef idx="2">
            <a:schemeClr val="accent6"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4">
              <a:tint val="7000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9" name="Freihandform: Form 8">
            <a:extLst>
              <a:ext uri="{FF2B5EF4-FFF2-40B4-BE49-F238E27FC236}">
                <a16:creationId xmlns:a16="http://schemas.microsoft.com/office/drawing/2014/main" id="{EF59D7EF-8C26-4F7D-B9DD-A0D644EE776E}"/>
              </a:ext>
            </a:extLst>
          </p:cNvPr>
          <p:cNvSpPr/>
          <p:nvPr/>
        </p:nvSpPr>
        <p:spPr>
          <a:xfrm>
            <a:off x="6544971" y="849266"/>
            <a:ext cx="2793266" cy="242390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121195"/>
                </a:lnTo>
                <a:lnTo>
                  <a:pt x="2793266" y="121195"/>
                </a:lnTo>
                <a:lnTo>
                  <a:pt x="2793266" y="242390"/>
                </a:lnTo>
              </a:path>
            </a:pathLst>
          </a:custGeom>
          <a:noFill/>
        </p:spPr>
        <p:style>
          <a:lnRef idx="2">
            <a:schemeClr val="accent5"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4">
              <a:tint val="9000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0" name="Freihandform: Form 9">
            <a:extLst>
              <a:ext uri="{FF2B5EF4-FFF2-40B4-BE49-F238E27FC236}">
                <a16:creationId xmlns:a16="http://schemas.microsoft.com/office/drawing/2014/main" id="{B2A8F94E-D101-4DE9-9C18-9FEEC2444A83}"/>
              </a:ext>
            </a:extLst>
          </p:cNvPr>
          <p:cNvSpPr/>
          <p:nvPr/>
        </p:nvSpPr>
        <p:spPr>
          <a:xfrm>
            <a:off x="7479908" y="1668778"/>
            <a:ext cx="173136" cy="2989487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2989487"/>
                </a:lnTo>
                <a:lnTo>
                  <a:pt x="173136" y="2989487"/>
                </a:lnTo>
              </a:path>
            </a:pathLst>
          </a:custGeom>
          <a:noFill/>
        </p:spPr>
        <p:style>
          <a:lnRef idx="2">
            <a:schemeClr val="accent6"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4">
              <a:tint val="7000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1" name="Freihandform: Form 10">
            <a:extLst>
              <a:ext uri="{FF2B5EF4-FFF2-40B4-BE49-F238E27FC236}">
                <a16:creationId xmlns:a16="http://schemas.microsoft.com/office/drawing/2014/main" id="{053B02CD-5515-47E0-A17E-1EA824825B8B}"/>
              </a:ext>
            </a:extLst>
          </p:cNvPr>
          <p:cNvSpPr/>
          <p:nvPr/>
        </p:nvSpPr>
        <p:spPr>
          <a:xfrm>
            <a:off x="7479908" y="1668778"/>
            <a:ext cx="173136" cy="2169975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2169975"/>
                </a:lnTo>
                <a:lnTo>
                  <a:pt x="173136" y="2169975"/>
                </a:lnTo>
              </a:path>
            </a:pathLst>
          </a:custGeom>
          <a:noFill/>
        </p:spPr>
        <p:style>
          <a:lnRef idx="2">
            <a:schemeClr val="accent6"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4">
              <a:tint val="7000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2" name="Freihandform: Form 11">
            <a:extLst>
              <a:ext uri="{FF2B5EF4-FFF2-40B4-BE49-F238E27FC236}">
                <a16:creationId xmlns:a16="http://schemas.microsoft.com/office/drawing/2014/main" id="{702D4537-A886-4986-933C-5C48429BF912}"/>
              </a:ext>
            </a:extLst>
          </p:cNvPr>
          <p:cNvSpPr/>
          <p:nvPr/>
        </p:nvSpPr>
        <p:spPr>
          <a:xfrm>
            <a:off x="7479908" y="1668778"/>
            <a:ext cx="173136" cy="1350463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1350463"/>
                </a:lnTo>
                <a:lnTo>
                  <a:pt x="173136" y="1350463"/>
                </a:lnTo>
              </a:path>
            </a:pathLst>
          </a:custGeom>
          <a:noFill/>
        </p:spPr>
        <p:style>
          <a:lnRef idx="2">
            <a:schemeClr val="accent6"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4">
              <a:tint val="7000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3" name="Freihandform: Form 12">
            <a:extLst>
              <a:ext uri="{FF2B5EF4-FFF2-40B4-BE49-F238E27FC236}">
                <a16:creationId xmlns:a16="http://schemas.microsoft.com/office/drawing/2014/main" id="{21D34140-89D9-4276-844E-777A96A7534B}"/>
              </a:ext>
            </a:extLst>
          </p:cNvPr>
          <p:cNvSpPr/>
          <p:nvPr/>
        </p:nvSpPr>
        <p:spPr>
          <a:xfrm>
            <a:off x="7479908" y="1668778"/>
            <a:ext cx="173136" cy="530951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530951"/>
                </a:lnTo>
                <a:lnTo>
                  <a:pt x="173136" y="530951"/>
                </a:lnTo>
              </a:path>
            </a:pathLst>
          </a:custGeom>
          <a:noFill/>
        </p:spPr>
        <p:style>
          <a:lnRef idx="2">
            <a:schemeClr val="accent6"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4">
              <a:tint val="7000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4" name="Freihandform: Form 13">
            <a:extLst>
              <a:ext uri="{FF2B5EF4-FFF2-40B4-BE49-F238E27FC236}">
                <a16:creationId xmlns:a16="http://schemas.microsoft.com/office/drawing/2014/main" id="{158BAC03-B93B-48C7-9ACB-3113E5D7B12E}"/>
              </a:ext>
            </a:extLst>
          </p:cNvPr>
          <p:cNvSpPr/>
          <p:nvPr/>
        </p:nvSpPr>
        <p:spPr>
          <a:xfrm>
            <a:off x="6544971" y="849266"/>
            <a:ext cx="1396633" cy="242390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121195"/>
                </a:lnTo>
                <a:lnTo>
                  <a:pt x="1396633" y="121195"/>
                </a:lnTo>
                <a:lnTo>
                  <a:pt x="1396633" y="242390"/>
                </a:lnTo>
              </a:path>
            </a:pathLst>
          </a:custGeom>
          <a:noFill/>
        </p:spPr>
        <p:style>
          <a:lnRef idx="2">
            <a:schemeClr val="accent5"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4">
              <a:tint val="9000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5" name="Freihandform: Form 14">
            <a:extLst>
              <a:ext uri="{FF2B5EF4-FFF2-40B4-BE49-F238E27FC236}">
                <a16:creationId xmlns:a16="http://schemas.microsoft.com/office/drawing/2014/main" id="{3F1480B1-DCDD-4F17-A3AE-5CE827ACCBE1}"/>
              </a:ext>
            </a:extLst>
          </p:cNvPr>
          <p:cNvSpPr/>
          <p:nvPr/>
        </p:nvSpPr>
        <p:spPr>
          <a:xfrm>
            <a:off x="6083274" y="1668778"/>
            <a:ext cx="173136" cy="4628512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4628512"/>
                </a:lnTo>
                <a:lnTo>
                  <a:pt x="173136" y="4628512"/>
                </a:lnTo>
              </a:path>
            </a:pathLst>
          </a:custGeom>
          <a:noFill/>
        </p:spPr>
        <p:style>
          <a:lnRef idx="2">
            <a:schemeClr val="accent6"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4">
              <a:tint val="7000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6" name="Freihandform: Form 15">
            <a:extLst>
              <a:ext uri="{FF2B5EF4-FFF2-40B4-BE49-F238E27FC236}">
                <a16:creationId xmlns:a16="http://schemas.microsoft.com/office/drawing/2014/main" id="{A183800E-10C6-415E-9318-C0FE11A61CB3}"/>
              </a:ext>
            </a:extLst>
          </p:cNvPr>
          <p:cNvSpPr/>
          <p:nvPr/>
        </p:nvSpPr>
        <p:spPr>
          <a:xfrm>
            <a:off x="6083274" y="1668778"/>
            <a:ext cx="173136" cy="3808999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3808999"/>
                </a:lnTo>
                <a:lnTo>
                  <a:pt x="173136" y="3808999"/>
                </a:lnTo>
              </a:path>
            </a:pathLst>
          </a:custGeom>
          <a:noFill/>
        </p:spPr>
        <p:style>
          <a:lnRef idx="2">
            <a:schemeClr val="accent6"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4">
              <a:tint val="7000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7" name="Freihandform: Form 16">
            <a:extLst>
              <a:ext uri="{FF2B5EF4-FFF2-40B4-BE49-F238E27FC236}">
                <a16:creationId xmlns:a16="http://schemas.microsoft.com/office/drawing/2014/main" id="{725920B1-0892-4C57-8F25-8ED51B3F8397}"/>
              </a:ext>
            </a:extLst>
          </p:cNvPr>
          <p:cNvSpPr/>
          <p:nvPr/>
        </p:nvSpPr>
        <p:spPr>
          <a:xfrm>
            <a:off x="6083274" y="1668778"/>
            <a:ext cx="173136" cy="2989487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2989487"/>
                </a:lnTo>
                <a:lnTo>
                  <a:pt x="173136" y="2989487"/>
                </a:lnTo>
              </a:path>
            </a:pathLst>
          </a:custGeom>
          <a:noFill/>
        </p:spPr>
        <p:style>
          <a:lnRef idx="2">
            <a:schemeClr val="accent6"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4">
              <a:tint val="7000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8" name="Freihandform: Form 17">
            <a:extLst>
              <a:ext uri="{FF2B5EF4-FFF2-40B4-BE49-F238E27FC236}">
                <a16:creationId xmlns:a16="http://schemas.microsoft.com/office/drawing/2014/main" id="{3FF81D8D-4657-4FB6-8A15-6801BB0DA82F}"/>
              </a:ext>
            </a:extLst>
          </p:cNvPr>
          <p:cNvSpPr/>
          <p:nvPr/>
        </p:nvSpPr>
        <p:spPr>
          <a:xfrm>
            <a:off x="6083274" y="1668778"/>
            <a:ext cx="173136" cy="2169975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2169975"/>
                </a:lnTo>
                <a:lnTo>
                  <a:pt x="173136" y="2169975"/>
                </a:lnTo>
              </a:path>
            </a:pathLst>
          </a:custGeom>
          <a:noFill/>
        </p:spPr>
        <p:style>
          <a:lnRef idx="2">
            <a:schemeClr val="accent6"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4">
              <a:tint val="7000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9" name="Freihandform: Form 18">
            <a:extLst>
              <a:ext uri="{FF2B5EF4-FFF2-40B4-BE49-F238E27FC236}">
                <a16:creationId xmlns:a16="http://schemas.microsoft.com/office/drawing/2014/main" id="{95520051-3E56-43B8-BDCE-E50779494E0A}"/>
              </a:ext>
            </a:extLst>
          </p:cNvPr>
          <p:cNvSpPr/>
          <p:nvPr/>
        </p:nvSpPr>
        <p:spPr>
          <a:xfrm>
            <a:off x="6083274" y="1668778"/>
            <a:ext cx="173136" cy="1350463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1350463"/>
                </a:lnTo>
                <a:lnTo>
                  <a:pt x="173136" y="1350463"/>
                </a:lnTo>
              </a:path>
            </a:pathLst>
          </a:custGeom>
          <a:noFill/>
        </p:spPr>
        <p:style>
          <a:lnRef idx="2">
            <a:schemeClr val="accent6"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4">
              <a:tint val="7000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20" name="Freihandform: Form 19">
            <a:extLst>
              <a:ext uri="{FF2B5EF4-FFF2-40B4-BE49-F238E27FC236}">
                <a16:creationId xmlns:a16="http://schemas.microsoft.com/office/drawing/2014/main" id="{344FEE0C-42A3-4D4B-B010-DF209BEF4372}"/>
              </a:ext>
            </a:extLst>
          </p:cNvPr>
          <p:cNvSpPr/>
          <p:nvPr/>
        </p:nvSpPr>
        <p:spPr>
          <a:xfrm>
            <a:off x="6083274" y="1668778"/>
            <a:ext cx="173136" cy="530951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530951"/>
                </a:lnTo>
                <a:lnTo>
                  <a:pt x="173136" y="530951"/>
                </a:lnTo>
              </a:path>
            </a:pathLst>
          </a:custGeom>
          <a:noFill/>
        </p:spPr>
        <p:style>
          <a:lnRef idx="2">
            <a:schemeClr val="accent6"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4">
              <a:tint val="7000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21" name="Freihandform: Form 20">
            <a:extLst>
              <a:ext uri="{FF2B5EF4-FFF2-40B4-BE49-F238E27FC236}">
                <a16:creationId xmlns:a16="http://schemas.microsoft.com/office/drawing/2014/main" id="{25023B6A-6E35-40E6-AAD0-7898C8E9D126}"/>
              </a:ext>
            </a:extLst>
          </p:cNvPr>
          <p:cNvSpPr/>
          <p:nvPr/>
        </p:nvSpPr>
        <p:spPr>
          <a:xfrm>
            <a:off x="6499251" y="849266"/>
            <a:ext cx="91440" cy="242390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45720" y="0"/>
                </a:moveTo>
                <a:lnTo>
                  <a:pt x="45720" y="242390"/>
                </a:lnTo>
              </a:path>
            </a:pathLst>
          </a:custGeom>
          <a:noFill/>
        </p:spPr>
        <p:style>
          <a:lnRef idx="2">
            <a:schemeClr val="accent5"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4">
              <a:tint val="9000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22" name="Freihandform: Form 21">
            <a:extLst>
              <a:ext uri="{FF2B5EF4-FFF2-40B4-BE49-F238E27FC236}">
                <a16:creationId xmlns:a16="http://schemas.microsoft.com/office/drawing/2014/main" id="{4B1A3C51-FD04-4F7A-A1C0-E1FC266FAE8E}"/>
              </a:ext>
            </a:extLst>
          </p:cNvPr>
          <p:cNvSpPr/>
          <p:nvPr/>
        </p:nvSpPr>
        <p:spPr>
          <a:xfrm>
            <a:off x="4686641" y="1668778"/>
            <a:ext cx="173136" cy="3808999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3808999"/>
                </a:lnTo>
                <a:lnTo>
                  <a:pt x="173136" y="3808999"/>
                </a:lnTo>
              </a:path>
            </a:pathLst>
          </a:custGeom>
          <a:noFill/>
        </p:spPr>
        <p:style>
          <a:lnRef idx="2">
            <a:schemeClr val="accent6"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4">
              <a:tint val="7000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23" name="Freihandform: Form 22">
            <a:extLst>
              <a:ext uri="{FF2B5EF4-FFF2-40B4-BE49-F238E27FC236}">
                <a16:creationId xmlns:a16="http://schemas.microsoft.com/office/drawing/2014/main" id="{DB4F5A0A-0980-4538-91AD-D4B5ACE081DA}"/>
              </a:ext>
            </a:extLst>
          </p:cNvPr>
          <p:cNvSpPr/>
          <p:nvPr/>
        </p:nvSpPr>
        <p:spPr>
          <a:xfrm>
            <a:off x="4686641" y="1668778"/>
            <a:ext cx="173136" cy="2989487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2989487"/>
                </a:lnTo>
                <a:lnTo>
                  <a:pt x="173136" y="2989487"/>
                </a:lnTo>
              </a:path>
            </a:pathLst>
          </a:custGeom>
          <a:noFill/>
        </p:spPr>
        <p:style>
          <a:lnRef idx="2">
            <a:schemeClr val="accent6"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4">
              <a:tint val="7000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24" name="Freihandform: Form 23">
            <a:extLst>
              <a:ext uri="{FF2B5EF4-FFF2-40B4-BE49-F238E27FC236}">
                <a16:creationId xmlns:a16="http://schemas.microsoft.com/office/drawing/2014/main" id="{4187FCAD-DE96-4ACC-B076-A53DC9B8E212}"/>
              </a:ext>
            </a:extLst>
          </p:cNvPr>
          <p:cNvSpPr/>
          <p:nvPr/>
        </p:nvSpPr>
        <p:spPr>
          <a:xfrm>
            <a:off x="4686641" y="1668778"/>
            <a:ext cx="173136" cy="2169975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2169975"/>
                </a:lnTo>
                <a:lnTo>
                  <a:pt x="173136" y="2169975"/>
                </a:lnTo>
              </a:path>
            </a:pathLst>
          </a:custGeom>
          <a:noFill/>
        </p:spPr>
        <p:style>
          <a:lnRef idx="2">
            <a:schemeClr val="accent6"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4">
              <a:tint val="7000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25" name="Freihandform: Form 24">
            <a:extLst>
              <a:ext uri="{FF2B5EF4-FFF2-40B4-BE49-F238E27FC236}">
                <a16:creationId xmlns:a16="http://schemas.microsoft.com/office/drawing/2014/main" id="{E402E1B7-6675-4C5C-8C88-A09FA4DA6DB7}"/>
              </a:ext>
            </a:extLst>
          </p:cNvPr>
          <p:cNvSpPr/>
          <p:nvPr/>
        </p:nvSpPr>
        <p:spPr>
          <a:xfrm>
            <a:off x="4686641" y="1668778"/>
            <a:ext cx="173136" cy="1350463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1350463"/>
                </a:lnTo>
                <a:lnTo>
                  <a:pt x="173136" y="1350463"/>
                </a:lnTo>
              </a:path>
            </a:pathLst>
          </a:custGeom>
          <a:noFill/>
        </p:spPr>
        <p:style>
          <a:lnRef idx="2">
            <a:schemeClr val="accent6"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4">
              <a:tint val="7000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26" name="Freihandform: Form 25">
            <a:extLst>
              <a:ext uri="{FF2B5EF4-FFF2-40B4-BE49-F238E27FC236}">
                <a16:creationId xmlns:a16="http://schemas.microsoft.com/office/drawing/2014/main" id="{CB0D2C0F-AFCE-456F-B116-CA4F51C43638}"/>
              </a:ext>
            </a:extLst>
          </p:cNvPr>
          <p:cNvSpPr/>
          <p:nvPr/>
        </p:nvSpPr>
        <p:spPr>
          <a:xfrm>
            <a:off x="4686641" y="1668778"/>
            <a:ext cx="173136" cy="530951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530951"/>
                </a:lnTo>
                <a:lnTo>
                  <a:pt x="173136" y="530951"/>
                </a:lnTo>
              </a:path>
            </a:pathLst>
          </a:custGeom>
          <a:noFill/>
        </p:spPr>
        <p:style>
          <a:lnRef idx="2">
            <a:schemeClr val="accent6"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4">
              <a:tint val="7000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27" name="Freihandform: Form 26">
            <a:extLst>
              <a:ext uri="{FF2B5EF4-FFF2-40B4-BE49-F238E27FC236}">
                <a16:creationId xmlns:a16="http://schemas.microsoft.com/office/drawing/2014/main" id="{C20A2BC7-79D3-4043-81CD-549B519E2C01}"/>
              </a:ext>
            </a:extLst>
          </p:cNvPr>
          <p:cNvSpPr/>
          <p:nvPr/>
        </p:nvSpPr>
        <p:spPr>
          <a:xfrm>
            <a:off x="5148338" y="849266"/>
            <a:ext cx="1396633" cy="242390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1396633" y="0"/>
                </a:moveTo>
                <a:lnTo>
                  <a:pt x="1396633" y="121195"/>
                </a:lnTo>
                <a:lnTo>
                  <a:pt x="0" y="121195"/>
                </a:lnTo>
                <a:lnTo>
                  <a:pt x="0" y="242390"/>
                </a:lnTo>
              </a:path>
            </a:pathLst>
          </a:custGeom>
          <a:noFill/>
        </p:spPr>
        <p:style>
          <a:lnRef idx="2">
            <a:schemeClr val="accent5"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4">
              <a:tint val="9000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28" name="Freihandform: Form 27">
            <a:extLst>
              <a:ext uri="{FF2B5EF4-FFF2-40B4-BE49-F238E27FC236}">
                <a16:creationId xmlns:a16="http://schemas.microsoft.com/office/drawing/2014/main" id="{434E7CE9-4E17-4C55-92D3-2157FEFD9987}"/>
              </a:ext>
            </a:extLst>
          </p:cNvPr>
          <p:cNvSpPr/>
          <p:nvPr/>
        </p:nvSpPr>
        <p:spPr>
          <a:xfrm>
            <a:off x="3290008" y="1668778"/>
            <a:ext cx="173136" cy="2169975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2169975"/>
                </a:lnTo>
                <a:lnTo>
                  <a:pt x="173136" y="2169975"/>
                </a:lnTo>
              </a:path>
            </a:pathLst>
          </a:custGeom>
          <a:noFill/>
        </p:spPr>
        <p:style>
          <a:lnRef idx="2">
            <a:schemeClr val="accent6"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4">
              <a:tint val="7000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29" name="Freihandform: Form 28">
            <a:extLst>
              <a:ext uri="{FF2B5EF4-FFF2-40B4-BE49-F238E27FC236}">
                <a16:creationId xmlns:a16="http://schemas.microsoft.com/office/drawing/2014/main" id="{F17F46F3-8161-4E90-862C-324886943FFE}"/>
              </a:ext>
            </a:extLst>
          </p:cNvPr>
          <p:cNvSpPr/>
          <p:nvPr/>
        </p:nvSpPr>
        <p:spPr>
          <a:xfrm>
            <a:off x="3290008" y="1668778"/>
            <a:ext cx="173136" cy="1350463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1350463"/>
                </a:lnTo>
                <a:lnTo>
                  <a:pt x="173136" y="1350463"/>
                </a:lnTo>
              </a:path>
            </a:pathLst>
          </a:custGeom>
          <a:noFill/>
        </p:spPr>
        <p:style>
          <a:lnRef idx="2">
            <a:schemeClr val="accent6"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4">
              <a:tint val="7000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30" name="Freihandform: Form 29">
            <a:extLst>
              <a:ext uri="{FF2B5EF4-FFF2-40B4-BE49-F238E27FC236}">
                <a16:creationId xmlns:a16="http://schemas.microsoft.com/office/drawing/2014/main" id="{BF5C9271-93AA-45C7-9C4D-642576B7A3B5}"/>
              </a:ext>
            </a:extLst>
          </p:cNvPr>
          <p:cNvSpPr/>
          <p:nvPr/>
        </p:nvSpPr>
        <p:spPr>
          <a:xfrm>
            <a:off x="3290008" y="1668778"/>
            <a:ext cx="173136" cy="530951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530951"/>
                </a:lnTo>
                <a:lnTo>
                  <a:pt x="173136" y="530951"/>
                </a:lnTo>
              </a:path>
            </a:pathLst>
          </a:custGeom>
          <a:noFill/>
        </p:spPr>
        <p:style>
          <a:lnRef idx="2">
            <a:schemeClr val="accent6"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4">
              <a:tint val="7000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31" name="Freihandform: Form 30">
            <a:extLst>
              <a:ext uri="{FF2B5EF4-FFF2-40B4-BE49-F238E27FC236}">
                <a16:creationId xmlns:a16="http://schemas.microsoft.com/office/drawing/2014/main" id="{302F7B37-CBDD-45D3-8923-1990FFBBB35E}"/>
              </a:ext>
            </a:extLst>
          </p:cNvPr>
          <p:cNvSpPr/>
          <p:nvPr/>
        </p:nvSpPr>
        <p:spPr>
          <a:xfrm>
            <a:off x="3751705" y="849266"/>
            <a:ext cx="2793266" cy="242390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2793266" y="0"/>
                </a:moveTo>
                <a:lnTo>
                  <a:pt x="2793266" y="121195"/>
                </a:lnTo>
                <a:lnTo>
                  <a:pt x="0" y="121195"/>
                </a:lnTo>
                <a:lnTo>
                  <a:pt x="0" y="242390"/>
                </a:lnTo>
              </a:path>
            </a:pathLst>
          </a:custGeom>
          <a:noFill/>
        </p:spPr>
        <p:style>
          <a:lnRef idx="2">
            <a:schemeClr val="accent5"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4">
              <a:tint val="9000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32" name="Freihandform: Form 31">
            <a:extLst>
              <a:ext uri="{FF2B5EF4-FFF2-40B4-BE49-F238E27FC236}">
                <a16:creationId xmlns:a16="http://schemas.microsoft.com/office/drawing/2014/main" id="{DE1759CC-5CBA-4EDC-97B1-AF1D5AE0E6E0}"/>
              </a:ext>
            </a:extLst>
          </p:cNvPr>
          <p:cNvSpPr/>
          <p:nvPr/>
        </p:nvSpPr>
        <p:spPr>
          <a:xfrm>
            <a:off x="5967850" y="272145"/>
            <a:ext cx="1154242" cy="577121"/>
          </a:xfrm>
          <a:custGeom>
            <a:avLst/>
            <a:gdLst>
              <a:gd name="connsiteX0" fmla="*/ 0 w 1154242"/>
              <a:gd name="connsiteY0" fmla="*/ 0 h 577121"/>
              <a:gd name="connsiteX1" fmla="*/ 1154242 w 1154242"/>
              <a:gd name="connsiteY1" fmla="*/ 0 h 577121"/>
              <a:gd name="connsiteX2" fmla="*/ 1154242 w 1154242"/>
              <a:gd name="connsiteY2" fmla="*/ 577121 h 577121"/>
              <a:gd name="connsiteX3" fmla="*/ 0 w 1154242"/>
              <a:gd name="connsiteY3" fmla="*/ 577121 h 577121"/>
              <a:gd name="connsiteX4" fmla="*/ 0 w 1154242"/>
              <a:gd name="connsiteY4" fmla="*/ 0 h 5771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4242" h="577121">
                <a:moveTo>
                  <a:pt x="0" y="0"/>
                </a:moveTo>
                <a:lnTo>
                  <a:pt x="1154242" y="0"/>
                </a:lnTo>
                <a:lnTo>
                  <a:pt x="1154242" y="577121"/>
                </a:lnTo>
                <a:lnTo>
                  <a:pt x="0" y="577121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255" tIns="8255" rIns="8255" bIns="8255" numCol="1" spcCol="1270" anchor="ctr" anchorCtr="0">
            <a:noAutofit/>
          </a:bodyPr>
          <a:lstStyle/>
          <a:p>
            <a:pPr marL="0" lvl="0" indent="0" algn="ctr" defTabSz="577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sz="1300" kern="1200" dirty="0"/>
              <a:t>Sample </a:t>
            </a:r>
            <a:r>
              <a:rPr lang="de-DE" sz="1300" kern="1200" dirty="0" err="1"/>
              <a:t>project</a:t>
            </a:r>
            <a:r>
              <a:rPr lang="de-DE" sz="1300" kern="1200"/>
              <a:t> title</a:t>
            </a:r>
            <a:endParaRPr lang="de-DE" sz="1300" kern="1200" dirty="0"/>
          </a:p>
        </p:txBody>
      </p:sp>
      <p:sp>
        <p:nvSpPr>
          <p:cNvPr id="33" name="Freihandform: Form 32">
            <a:extLst>
              <a:ext uri="{FF2B5EF4-FFF2-40B4-BE49-F238E27FC236}">
                <a16:creationId xmlns:a16="http://schemas.microsoft.com/office/drawing/2014/main" id="{D2FCE7E3-0468-43A3-A3C8-0FA8FE7646DC}"/>
              </a:ext>
            </a:extLst>
          </p:cNvPr>
          <p:cNvSpPr/>
          <p:nvPr/>
        </p:nvSpPr>
        <p:spPr>
          <a:xfrm>
            <a:off x="3174583" y="1091657"/>
            <a:ext cx="1154242" cy="577121"/>
          </a:xfrm>
          <a:custGeom>
            <a:avLst/>
            <a:gdLst>
              <a:gd name="connsiteX0" fmla="*/ 0 w 1154242"/>
              <a:gd name="connsiteY0" fmla="*/ 0 h 577121"/>
              <a:gd name="connsiteX1" fmla="*/ 1154242 w 1154242"/>
              <a:gd name="connsiteY1" fmla="*/ 0 h 577121"/>
              <a:gd name="connsiteX2" fmla="*/ 1154242 w 1154242"/>
              <a:gd name="connsiteY2" fmla="*/ 577121 h 577121"/>
              <a:gd name="connsiteX3" fmla="*/ 0 w 1154242"/>
              <a:gd name="connsiteY3" fmla="*/ 577121 h 577121"/>
              <a:gd name="connsiteX4" fmla="*/ 0 w 1154242"/>
              <a:gd name="connsiteY4" fmla="*/ 0 h 5771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4242" h="577121">
                <a:moveTo>
                  <a:pt x="0" y="0"/>
                </a:moveTo>
                <a:lnTo>
                  <a:pt x="1154242" y="0"/>
                </a:lnTo>
                <a:lnTo>
                  <a:pt x="1154242" y="577121"/>
                </a:lnTo>
                <a:lnTo>
                  <a:pt x="0" y="577121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5">
              <a:hueOff val="0"/>
              <a:satOff val="0"/>
              <a:lumOff val="0"/>
              <a:alphaOff val="0"/>
            </a:schemeClr>
          </a:fillRef>
          <a:effectRef idx="0">
            <a:schemeClr val="accent5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0800" tIns="8255" rIns="8255" bIns="8255" numCol="1" spcCol="1270" anchor="ctr" anchorCtr="0">
            <a:noAutofit/>
          </a:bodyPr>
          <a:lstStyle/>
          <a:p>
            <a:pPr marL="0" lvl="0" indent="0" algn="ctr" defTabSz="577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sz="1300" kern="1200" dirty="0"/>
              <a:t>1. Project Phase Title</a:t>
            </a:r>
          </a:p>
        </p:txBody>
      </p:sp>
      <p:sp>
        <p:nvSpPr>
          <p:cNvPr id="34" name="Freihandform: Form 33">
            <a:extLst>
              <a:ext uri="{FF2B5EF4-FFF2-40B4-BE49-F238E27FC236}">
                <a16:creationId xmlns:a16="http://schemas.microsoft.com/office/drawing/2014/main" id="{527C6F8F-6602-4A03-B86F-6DF91C8F6E1D}"/>
              </a:ext>
            </a:extLst>
          </p:cNvPr>
          <p:cNvSpPr/>
          <p:nvPr/>
        </p:nvSpPr>
        <p:spPr>
          <a:xfrm>
            <a:off x="3463144" y="1911169"/>
            <a:ext cx="1154242" cy="577121"/>
          </a:xfrm>
          <a:custGeom>
            <a:avLst/>
            <a:gdLst>
              <a:gd name="connsiteX0" fmla="*/ 0 w 1154242"/>
              <a:gd name="connsiteY0" fmla="*/ 0 h 577121"/>
              <a:gd name="connsiteX1" fmla="*/ 1154242 w 1154242"/>
              <a:gd name="connsiteY1" fmla="*/ 0 h 577121"/>
              <a:gd name="connsiteX2" fmla="*/ 1154242 w 1154242"/>
              <a:gd name="connsiteY2" fmla="*/ 577121 h 577121"/>
              <a:gd name="connsiteX3" fmla="*/ 0 w 1154242"/>
              <a:gd name="connsiteY3" fmla="*/ 577121 h 577121"/>
              <a:gd name="connsiteX4" fmla="*/ 0 w 1154242"/>
              <a:gd name="connsiteY4" fmla="*/ 0 h 5771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4242" h="577121">
                <a:moveTo>
                  <a:pt x="0" y="0"/>
                </a:moveTo>
                <a:lnTo>
                  <a:pt x="1154242" y="0"/>
                </a:lnTo>
                <a:lnTo>
                  <a:pt x="1154242" y="577121"/>
                </a:lnTo>
                <a:lnTo>
                  <a:pt x="0" y="577121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6">
              <a:hueOff val="0"/>
              <a:satOff val="0"/>
              <a:lumOff val="0"/>
              <a:alphaOff val="0"/>
            </a:schemeClr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255" tIns="8255" rIns="8255" bIns="8255" numCol="1" spcCol="1270" anchor="ctr" anchorCtr="0">
            <a:noAutofit/>
          </a:bodyPr>
          <a:lstStyle/>
          <a:p>
            <a:pPr marL="0" lvl="0" indent="0" algn="ctr" defTabSz="577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sz="1300" kern="1200" dirty="0"/>
              <a:t>1.1 Work </a:t>
            </a:r>
            <a:r>
              <a:rPr lang="de-DE" sz="1300" kern="1200" dirty="0" err="1"/>
              <a:t>package</a:t>
            </a:r>
            <a:r>
              <a:rPr lang="de-DE" sz="1300" kern="1200" dirty="0"/>
              <a:t> title</a:t>
            </a:r>
          </a:p>
        </p:txBody>
      </p:sp>
      <p:sp>
        <p:nvSpPr>
          <p:cNvPr id="35" name="Freihandform: Form 34">
            <a:extLst>
              <a:ext uri="{FF2B5EF4-FFF2-40B4-BE49-F238E27FC236}">
                <a16:creationId xmlns:a16="http://schemas.microsoft.com/office/drawing/2014/main" id="{7EBB76C9-CCF7-4462-AE02-F35CE496C9DB}"/>
              </a:ext>
            </a:extLst>
          </p:cNvPr>
          <p:cNvSpPr/>
          <p:nvPr/>
        </p:nvSpPr>
        <p:spPr>
          <a:xfrm>
            <a:off x="3463144" y="2730681"/>
            <a:ext cx="1154242" cy="577121"/>
          </a:xfrm>
          <a:custGeom>
            <a:avLst/>
            <a:gdLst>
              <a:gd name="connsiteX0" fmla="*/ 0 w 1154242"/>
              <a:gd name="connsiteY0" fmla="*/ 0 h 577121"/>
              <a:gd name="connsiteX1" fmla="*/ 1154242 w 1154242"/>
              <a:gd name="connsiteY1" fmla="*/ 0 h 577121"/>
              <a:gd name="connsiteX2" fmla="*/ 1154242 w 1154242"/>
              <a:gd name="connsiteY2" fmla="*/ 577121 h 577121"/>
              <a:gd name="connsiteX3" fmla="*/ 0 w 1154242"/>
              <a:gd name="connsiteY3" fmla="*/ 577121 h 577121"/>
              <a:gd name="connsiteX4" fmla="*/ 0 w 1154242"/>
              <a:gd name="connsiteY4" fmla="*/ 0 h 5771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4242" h="577121">
                <a:moveTo>
                  <a:pt x="0" y="0"/>
                </a:moveTo>
                <a:lnTo>
                  <a:pt x="1154242" y="0"/>
                </a:lnTo>
                <a:lnTo>
                  <a:pt x="1154242" y="577121"/>
                </a:lnTo>
                <a:lnTo>
                  <a:pt x="0" y="577121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6">
              <a:hueOff val="0"/>
              <a:satOff val="0"/>
              <a:lumOff val="0"/>
              <a:alphaOff val="0"/>
            </a:schemeClr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255" tIns="8255" rIns="8255" bIns="8255" numCol="1" spcCol="1270" anchor="ctr" anchorCtr="0">
            <a:noAutofit/>
          </a:bodyPr>
          <a:lstStyle/>
          <a:p>
            <a:pPr marL="0" lvl="0" indent="0" algn="ctr" defTabSz="577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sz="1300" kern="1200" dirty="0"/>
              <a:t>1.2 Work </a:t>
            </a:r>
            <a:r>
              <a:rPr lang="de-DE" sz="1300" kern="1200" dirty="0" err="1"/>
              <a:t>package</a:t>
            </a:r>
            <a:r>
              <a:rPr lang="de-DE" sz="1300" kern="1200" dirty="0"/>
              <a:t> title</a:t>
            </a:r>
          </a:p>
        </p:txBody>
      </p:sp>
      <p:sp>
        <p:nvSpPr>
          <p:cNvPr id="36" name="Freihandform: Form 35">
            <a:extLst>
              <a:ext uri="{FF2B5EF4-FFF2-40B4-BE49-F238E27FC236}">
                <a16:creationId xmlns:a16="http://schemas.microsoft.com/office/drawing/2014/main" id="{91A8439C-18F2-485A-B752-A2A5998F19E4}"/>
              </a:ext>
            </a:extLst>
          </p:cNvPr>
          <p:cNvSpPr/>
          <p:nvPr/>
        </p:nvSpPr>
        <p:spPr>
          <a:xfrm>
            <a:off x="3463144" y="3550193"/>
            <a:ext cx="1154242" cy="577121"/>
          </a:xfrm>
          <a:custGeom>
            <a:avLst/>
            <a:gdLst>
              <a:gd name="connsiteX0" fmla="*/ 0 w 1154242"/>
              <a:gd name="connsiteY0" fmla="*/ 0 h 577121"/>
              <a:gd name="connsiteX1" fmla="*/ 1154242 w 1154242"/>
              <a:gd name="connsiteY1" fmla="*/ 0 h 577121"/>
              <a:gd name="connsiteX2" fmla="*/ 1154242 w 1154242"/>
              <a:gd name="connsiteY2" fmla="*/ 577121 h 577121"/>
              <a:gd name="connsiteX3" fmla="*/ 0 w 1154242"/>
              <a:gd name="connsiteY3" fmla="*/ 577121 h 577121"/>
              <a:gd name="connsiteX4" fmla="*/ 0 w 1154242"/>
              <a:gd name="connsiteY4" fmla="*/ 0 h 5771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4242" h="577121">
                <a:moveTo>
                  <a:pt x="0" y="0"/>
                </a:moveTo>
                <a:lnTo>
                  <a:pt x="1154242" y="0"/>
                </a:lnTo>
                <a:lnTo>
                  <a:pt x="1154242" y="577121"/>
                </a:lnTo>
                <a:lnTo>
                  <a:pt x="0" y="577121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6">
              <a:hueOff val="0"/>
              <a:satOff val="0"/>
              <a:lumOff val="0"/>
              <a:alphaOff val="0"/>
            </a:schemeClr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255" tIns="8255" rIns="8255" bIns="8255" numCol="1" spcCol="1270" anchor="ctr" anchorCtr="0">
            <a:noAutofit/>
          </a:bodyPr>
          <a:lstStyle/>
          <a:p>
            <a:pPr marL="0" lvl="0" indent="0" algn="ctr" defTabSz="577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sz="1300" kern="1200" dirty="0"/>
              <a:t>1.3 Work </a:t>
            </a:r>
            <a:r>
              <a:rPr lang="de-DE" sz="1300" kern="1200" dirty="0" err="1"/>
              <a:t>package</a:t>
            </a:r>
            <a:r>
              <a:rPr lang="de-DE" sz="1300" kern="1200" dirty="0"/>
              <a:t> title</a:t>
            </a:r>
          </a:p>
        </p:txBody>
      </p:sp>
      <p:sp>
        <p:nvSpPr>
          <p:cNvPr id="37" name="Freihandform: Form 36">
            <a:extLst>
              <a:ext uri="{FF2B5EF4-FFF2-40B4-BE49-F238E27FC236}">
                <a16:creationId xmlns:a16="http://schemas.microsoft.com/office/drawing/2014/main" id="{603B5878-080C-4F2E-AE0E-B0E2B03DBC8B}"/>
              </a:ext>
            </a:extLst>
          </p:cNvPr>
          <p:cNvSpPr/>
          <p:nvPr/>
        </p:nvSpPr>
        <p:spPr>
          <a:xfrm>
            <a:off x="4571217" y="1091657"/>
            <a:ext cx="1154242" cy="577121"/>
          </a:xfrm>
          <a:custGeom>
            <a:avLst/>
            <a:gdLst>
              <a:gd name="connsiteX0" fmla="*/ 0 w 1154242"/>
              <a:gd name="connsiteY0" fmla="*/ 0 h 577121"/>
              <a:gd name="connsiteX1" fmla="*/ 1154242 w 1154242"/>
              <a:gd name="connsiteY1" fmla="*/ 0 h 577121"/>
              <a:gd name="connsiteX2" fmla="*/ 1154242 w 1154242"/>
              <a:gd name="connsiteY2" fmla="*/ 577121 h 577121"/>
              <a:gd name="connsiteX3" fmla="*/ 0 w 1154242"/>
              <a:gd name="connsiteY3" fmla="*/ 577121 h 577121"/>
              <a:gd name="connsiteX4" fmla="*/ 0 w 1154242"/>
              <a:gd name="connsiteY4" fmla="*/ 0 h 5771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4242" h="577121">
                <a:moveTo>
                  <a:pt x="0" y="0"/>
                </a:moveTo>
                <a:lnTo>
                  <a:pt x="1154242" y="0"/>
                </a:lnTo>
                <a:lnTo>
                  <a:pt x="1154242" y="577121"/>
                </a:lnTo>
                <a:lnTo>
                  <a:pt x="0" y="577121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5">
              <a:hueOff val="0"/>
              <a:satOff val="0"/>
              <a:lumOff val="0"/>
              <a:alphaOff val="0"/>
            </a:schemeClr>
          </a:fillRef>
          <a:effectRef idx="0">
            <a:schemeClr val="accent5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255" tIns="8255" rIns="8255" bIns="8255" numCol="1" spcCol="1270" anchor="ctr" anchorCtr="0">
            <a:noAutofit/>
          </a:bodyPr>
          <a:lstStyle/>
          <a:p>
            <a:pPr marL="0" lvl="0" indent="0" algn="ctr" defTabSz="577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sz="1300" kern="1200" dirty="0"/>
              <a:t>2. Project Phase Title</a:t>
            </a:r>
          </a:p>
        </p:txBody>
      </p:sp>
      <p:sp>
        <p:nvSpPr>
          <p:cNvPr id="38" name="Freihandform: Form 37">
            <a:extLst>
              <a:ext uri="{FF2B5EF4-FFF2-40B4-BE49-F238E27FC236}">
                <a16:creationId xmlns:a16="http://schemas.microsoft.com/office/drawing/2014/main" id="{22508503-827C-48A4-8FBB-B6DE2E823DEB}"/>
              </a:ext>
            </a:extLst>
          </p:cNvPr>
          <p:cNvSpPr/>
          <p:nvPr/>
        </p:nvSpPr>
        <p:spPr>
          <a:xfrm>
            <a:off x="4859777" y="1911169"/>
            <a:ext cx="1154242" cy="577121"/>
          </a:xfrm>
          <a:custGeom>
            <a:avLst/>
            <a:gdLst>
              <a:gd name="connsiteX0" fmla="*/ 0 w 1154242"/>
              <a:gd name="connsiteY0" fmla="*/ 0 h 577121"/>
              <a:gd name="connsiteX1" fmla="*/ 1154242 w 1154242"/>
              <a:gd name="connsiteY1" fmla="*/ 0 h 577121"/>
              <a:gd name="connsiteX2" fmla="*/ 1154242 w 1154242"/>
              <a:gd name="connsiteY2" fmla="*/ 577121 h 577121"/>
              <a:gd name="connsiteX3" fmla="*/ 0 w 1154242"/>
              <a:gd name="connsiteY3" fmla="*/ 577121 h 577121"/>
              <a:gd name="connsiteX4" fmla="*/ 0 w 1154242"/>
              <a:gd name="connsiteY4" fmla="*/ 0 h 5771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4242" h="577121">
                <a:moveTo>
                  <a:pt x="0" y="0"/>
                </a:moveTo>
                <a:lnTo>
                  <a:pt x="1154242" y="0"/>
                </a:lnTo>
                <a:lnTo>
                  <a:pt x="1154242" y="577121"/>
                </a:lnTo>
                <a:lnTo>
                  <a:pt x="0" y="577121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6">
              <a:hueOff val="0"/>
              <a:satOff val="0"/>
              <a:lumOff val="0"/>
              <a:alphaOff val="0"/>
            </a:schemeClr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255" tIns="8255" rIns="8255" bIns="8255" numCol="1" spcCol="1270" anchor="ctr" anchorCtr="0">
            <a:noAutofit/>
          </a:bodyPr>
          <a:lstStyle/>
          <a:p>
            <a:pPr marL="0" lvl="0" indent="0" algn="ctr" defTabSz="577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sz="1300" kern="1200" dirty="0"/>
              <a:t>2.1 Work </a:t>
            </a:r>
            <a:r>
              <a:rPr lang="de-DE" sz="1300" kern="1200" dirty="0" err="1"/>
              <a:t>package</a:t>
            </a:r>
            <a:r>
              <a:rPr lang="de-DE" sz="1300" kern="1200" dirty="0"/>
              <a:t> title</a:t>
            </a:r>
          </a:p>
        </p:txBody>
      </p:sp>
      <p:sp>
        <p:nvSpPr>
          <p:cNvPr id="39" name="Freihandform: Form 38">
            <a:extLst>
              <a:ext uri="{FF2B5EF4-FFF2-40B4-BE49-F238E27FC236}">
                <a16:creationId xmlns:a16="http://schemas.microsoft.com/office/drawing/2014/main" id="{2477C154-42AD-41A5-BB23-28B466B4B027}"/>
              </a:ext>
            </a:extLst>
          </p:cNvPr>
          <p:cNvSpPr/>
          <p:nvPr/>
        </p:nvSpPr>
        <p:spPr>
          <a:xfrm>
            <a:off x="4859777" y="2730681"/>
            <a:ext cx="1154242" cy="577121"/>
          </a:xfrm>
          <a:custGeom>
            <a:avLst/>
            <a:gdLst>
              <a:gd name="connsiteX0" fmla="*/ 0 w 1154242"/>
              <a:gd name="connsiteY0" fmla="*/ 0 h 577121"/>
              <a:gd name="connsiteX1" fmla="*/ 1154242 w 1154242"/>
              <a:gd name="connsiteY1" fmla="*/ 0 h 577121"/>
              <a:gd name="connsiteX2" fmla="*/ 1154242 w 1154242"/>
              <a:gd name="connsiteY2" fmla="*/ 577121 h 577121"/>
              <a:gd name="connsiteX3" fmla="*/ 0 w 1154242"/>
              <a:gd name="connsiteY3" fmla="*/ 577121 h 577121"/>
              <a:gd name="connsiteX4" fmla="*/ 0 w 1154242"/>
              <a:gd name="connsiteY4" fmla="*/ 0 h 5771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4242" h="577121">
                <a:moveTo>
                  <a:pt x="0" y="0"/>
                </a:moveTo>
                <a:lnTo>
                  <a:pt x="1154242" y="0"/>
                </a:lnTo>
                <a:lnTo>
                  <a:pt x="1154242" y="577121"/>
                </a:lnTo>
                <a:lnTo>
                  <a:pt x="0" y="577121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6">
              <a:hueOff val="0"/>
              <a:satOff val="0"/>
              <a:lumOff val="0"/>
              <a:alphaOff val="0"/>
            </a:schemeClr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255" tIns="8255" rIns="8255" bIns="8255" numCol="1" spcCol="1270" anchor="ctr" anchorCtr="0">
            <a:noAutofit/>
          </a:bodyPr>
          <a:lstStyle/>
          <a:p>
            <a:pPr marL="0" lvl="0" indent="0" algn="ctr" defTabSz="577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sz="1300" kern="1200" dirty="0"/>
              <a:t>2.2 Work </a:t>
            </a:r>
            <a:r>
              <a:rPr lang="de-DE" sz="1300" kern="1200" dirty="0" err="1"/>
              <a:t>package</a:t>
            </a:r>
            <a:r>
              <a:rPr lang="de-DE" sz="1300" kern="1200" dirty="0"/>
              <a:t> title</a:t>
            </a:r>
          </a:p>
        </p:txBody>
      </p:sp>
      <p:sp>
        <p:nvSpPr>
          <p:cNvPr id="40" name="Freihandform: Form 39">
            <a:extLst>
              <a:ext uri="{FF2B5EF4-FFF2-40B4-BE49-F238E27FC236}">
                <a16:creationId xmlns:a16="http://schemas.microsoft.com/office/drawing/2014/main" id="{BA4C3DB4-C8F9-46EF-86D3-FCE6EACE48D0}"/>
              </a:ext>
            </a:extLst>
          </p:cNvPr>
          <p:cNvSpPr/>
          <p:nvPr/>
        </p:nvSpPr>
        <p:spPr>
          <a:xfrm>
            <a:off x="4859777" y="3550193"/>
            <a:ext cx="1154242" cy="577121"/>
          </a:xfrm>
          <a:custGeom>
            <a:avLst/>
            <a:gdLst>
              <a:gd name="connsiteX0" fmla="*/ 0 w 1154242"/>
              <a:gd name="connsiteY0" fmla="*/ 0 h 577121"/>
              <a:gd name="connsiteX1" fmla="*/ 1154242 w 1154242"/>
              <a:gd name="connsiteY1" fmla="*/ 0 h 577121"/>
              <a:gd name="connsiteX2" fmla="*/ 1154242 w 1154242"/>
              <a:gd name="connsiteY2" fmla="*/ 577121 h 577121"/>
              <a:gd name="connsiteX3" fmla="*/ 0 w 1154242"/>
              <a:gd name="connsiteY3" fmla="*/ 577121 h 577121"/>
              <a:gd name="connsiteX4" fmla="*/ 0 w 1154242"/>
              <a:gd name="connsiteY4" fmla="*/ 0 h 5771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4242" h="577121">
                <a:moveTo>
                  <a:pt x="0" y="0"/>
                </a:moveTo>
                <a:lnTo>
                  <a:pt x="1154242" y="0"/>
                </a:lnTo>
                <a:lnTo>
                  <a:pt x="1154242" y="577121"/>
                </a:lnTo>
                <a:lnTo>
                  <a:pt x="0" y="577121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6">
              <a:hueOff val="0"/>
              <a:satOff val="0"/>
              <a:lumOff val="0"/>
              <a:alphaOff val="0"/>
            </a:schemeClr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255" tIns="8255" rIns="8255" bIns="8255" numCol="1" spcCol="1270" anchor="ctr" anchorCtr="0">
            <a:noAutofit/>
          </a:bodyPr>
          <a:lstStyle/>
          <a:p>
            <a:pPr marL="0" lvl="0" indent="0" algn="ctr" defTabSz="577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sz="1300" kern="1200" dirty="0"/>
              <a:t>2.3 Work </a:t>
            </a:r>
            <a:r>
              <a:rPr lang="de-DE" sz="1300" kern="1200" dirty="0" err="1"/>
              <a:t>package</a:t>
            </a:r>
            <a:r>
              <a:rPr lang="de-DE" sz="1300" kern="1200" dirty="0"/>
              <a:t> title</a:t>
            </a:r>
          </a:p>
        </p:txBody>
      </p:sp>
      <p:sp>
        <p:nvSpPr>
          <p:cNvPr id="41" name="Freihandform: Form 40">
            <a:extLst>
              <a:ext uri="{FF2B5EF4-FFF2-40B4-BE49-F238E27FC236}">
                <a16:creationId xmlns:a16="http://schemas.microsoft.com/office/drawing/2014/main" id="{69FAF717-0279-4571-AECD-8529838917F4}"/>
              </a:ext>
            </a:extLst>
          </p:cNvPr>
          <p:cNvSpPr/>
          <p:nvPr/>
        </p:nvSpPr>
        <p:spPr>
          <a:xfrm>
            <a:off x="4859777" y="4369706"/>
            <a:ext cx="1154242" cy="577121"/>
          </a:xfrm>
          <a:custGeom>
            <a:avLst/>
            <a:gdLst>
              <a:gd name="connsiteX0" fmla="*/ 0 w 1154242"/>
              <a:gd name="connsiteY0" fmla="*/ 0 h 577121"/>
              <a:gd name="connsiteX1" fmla="*/ 1154242 w 1154242"/>
              <a:gd name="connsiteY1" fmla="*/ 0 h 577121"/>
              <a:gd name="connsiteX2" fmla="*/ 1154242 w 1154242"/>
              <a:gd name="connsiteY2" fmla="*/ 577121 h 577121"/>
              <a:gd name="connsiteX3" fmla="*/ 0 w 1154242"/>
              <a:gd name="connsiteY3" fmla="*/ 577121 h 577121"/>
              <a:gd name="connsiteX4" fmla="*/ 0 w 1154242"/>
              <a:gd name="connsiteY4" fmla="*/ 0 h 5771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4242" h="577121">
                <a:moveTo>
                  <a:pt x="0" y="0"/>
                </a:moveTo>
                <a:lnTo>
                  <a:pt x="1154242" y="0"/>
                </a:lnTo>
                <a:lnTo>
                  <a:pt x="1154242" y="577121"/>
                </a:lnTo>
                <a:lnTo>
                  <a:pt x="0" y="577121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6">
              <a:hueOff val="0"/>
              <a:satOff val="0"/>
              <a:lumOff val="0"/>
              <a:alphaOff val="0"/>
            </a:schemeClr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255" tIns="8255" rIns="8255" bIns="8255" numCol="1" spcCol="1270" anchor="ctr" anchorCtr="0">
            <a:noAutofit/>
          </a:bodyPr>
          <a:lstStyle/>
          <a:p>
            <a:pPr marL="0" lvl="0" indent="0" algn="ctr" defTabSz="577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sz="1300" kern="1200" dirty="0"/>
              <a:t>2.4 Work </a:t>
            </a:r>
            <a:r>
              <a:rPr lang="de-DE" sz="1300" kern="1200" dirty="0" err="1"/>
              <a:t>package</a:t>
            </a:r>
            <a:r>
              <a:rPr lang="de-DE" sz="1300" kern="1200" dirty="0"/>
              <a:t> title</a:t>
            </a:r>
          </a:p>
        </p:txBody>
      </p:sp>
      <p:sp>
        <p:nvSpPr>
          <p:cNvPr id="42" name="Freihandform: Form 41">
            <a:extLst>
              <a:ext uri="{FF2B5EF4-FFF2-40B4-BE49-F238E27FC236}">
                <a16:creationId xmlns:a16="http://schemas.microsoft.com/office/drawing/2014/main" id="{D2E5092A-A37D-42FF-B6B2-837901B0E54E}"/>
              </a:ext>
            </a:extLst>
          </p:cNvPr>
          <p:cNvSpPr/>
          <p:nvPr/>
        </p:nvSpPr>
        <p:spPr>
          <a:xfrm>
            <a:off x="4859777" y="5189218"/>
            <a:ext cx="1154242" cy="577121"/>
          </a:xfrm>
          <a:custGeom>
            <a:avLst/>
            <a:gdLst>
              <a:gd name="connsiteX0" fmla="*/ 0 w 1154242"/>
              <a:gd name="connsiteY0" fmla="*/ 0 h 577121"/>
              <a:gd name="connsiteX1" fmla="*/ 1154242 w 1154242"/>
              <a:gd name="connsiteY1" fmla="*/ 0 h 577121"/>
              <a:gd name="connsiteX2" fmla="*/ 1154242 w 1154242"/>
              <a:gd name="connsiteY2" fmla="*/ 577121 h 577121"/>
              <a:gd name="connsiteX3" fmla="*/ 0 w 1154242"/>
              <a:gd name="connsiteY3" fmla="*/ 577121 h 577121"/>
              <a:gd name="connsiteX4" fmla="*/ 0 w 1154242"/>
              <a:gd name="connsiteY4" fmla="*/ 0 h 5771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4242" h="577121">
                <a:moveTo>
                  <a:pt x="0" y="0"/>
                </a:moveTo>
                <a:lnTo>
                  <a:pt x="1154242" y="0"/>
                </a:lnTo>
                <a:lnTo>
                  <a:pt x="1154242" y="577121"/>
                </a:lnTo>
                <a:lnTo>
                  <a:pt x="0" y="577121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6">
              <a:hueOff val="0"/>
              <a:satOff val="0"/>
              <a:lumOff val="0"/>
              <a:alphaOff val="0"/>
            </a:schemeClr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255" tIns="8255" rIns="8255" bIns="8255" numCol="1" spcCol="1270" anchor="ctr" anchorCtr="0">
            <a:noAutofit/>
          </a:bodyPr>
          <a:lstStyle/>
          <a:p>
            <a:pPr marL="0" lvl="0" indent="0" algn="ctr" defTabSz="577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sz="1300" kern="1200" dirty="0"/>
              <a:t>2.5 Work </a:t>
            </a:r>
            <a:r>
              <a:rPr lang="de-DE" sz="1300" kern="1200" dirty="0" err="1"/>
              <a:t>package</a:t>
            </a:r>
            <a:r>
              <a:rPr lang="de-DE" sz="1300" kern="1200" dirty="0"/>
              <a:t> title</a:t>
            </a:r>
          </a:p>
        </p:txBody>
      </p:sp>
      <p:sp>
        <p:nvSpPr>
          <p:cNvPr id="43" name="Freihandform: Form 42">
            <a:extLst>
              <a:ext uri="{FF2B5EF4-FFF2-40B4-BE49-F238E27FC236}">
                <a16:creationId xmlns:a16="http://schemas.microsoft.com/office/drawing/2014/main" id="{D6C45E3E-1816-416D-94F0-64DF452C707A}"/>
              </a:ext>
            </a:extLst>
          </p:cNvPr>
          <p:cNvSpPr/>
          <p:nvPr/>
        </p:nvSpPr>
        <p:spPr>
          <a:xfrm>
            <a:off x="5967850" y="1091657"/>
            <a:ext cx="1154242" cy="577121"/>
          </a:xfrm>
          <a:custGeom>
            <a:avLst/>
            <a:gdLst>
              <a:gd name="connsiteX0" fmla="*/ 0 w 1154242"/>
              <a:gd name="connsiteY0" fmla="*/ 0 h 577121"/>
              <a:gd name="connsiteX1" fmla="*/ 1154242 w 1154242"/>
              <a:gd name="connsiteY1" fmla="*/ 0 h 577121"/>
              <a:gd name="connsiteX2" fmla="*/ 1154242 w 1154242"/>
              <a:gd name="connsiteY2" fmla="*/ 577121 h 577121"/>
              <a:gd name="connsiteX3" fmla="*/ 0 w 1154242"/>
              <a:gd name="connsiteY3" fmla="*/ 577121 h 577121"/>
              <a:gd name="connsiteX4" fmla="*/ 0 w 1154242"/>
              <a:gd name="connsiteY4" fmla="*/ 0 h 5771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4242" h="577121">
                <a:moveTo>
                  <a:pt x="0" y="0"/>
                </a:moveTo>
                <a:lnTo>
                  <a:pt x="1154242" y="0"/>
                </a:lnTo>
                <a:lnTo>
                  <a:pt x="1154242" y="577121"/>
                </a:lnTo>
                <a:lnTo>
                  <a:pt x="0" y="577121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5">
              <a:hueOff val="0"/>
              <a:satOff val="0"/>
              <a:lumOff val="0"/>
              <a:alphaOff val="0"/>
            </a:schemeClr>
          </a:fillRef>
          <a:effectRef idx="0">
            <a:schemeClr val="accent5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255" tIns="8255" rIns="8255" bIns="8255" numCol="1" spcCol="1270" anchor="ctr" anchorCtr="0">
            <a:noAutofit/>
          </a:bodyPr>
          <a:lstStyle/>
          <a:p>
            <a:pPr marL="0" lvl="0" indent="0" algn="ctr" defTabSz="577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sz="1300" kern="1200" dirty="0"/>
              <a:t>3. Project Phase Title</a:t>
            </a:r>
          </a:p>
        </p:txBody>
      </p:sp>
      <p:sp>
        <p:nvSpPr>
          <p:cNvPr id="44" name="Freihandform: Form 43">
            <a:extLst>
              <a:ext uri="{FF2B5EF4-FFF2-40B4-BE49-F238E27FC236}">
                <a16:creationId xmlns:a16="http://schemas.microsoft.com/office/drawing/2014/main" id="{4223ED7F-B2B6-42E7-8E64-414A6EC6802C}"/>
              </a:ext>
            </a:extLst>
          </p:cNvPr>
          <p:cNvSpPr/>
          <p:nvPr/>
        </p:nvSpPr>
        <p:spPr>
          <a:xfrm>
            <a:off x="6256411" y="1911169"/>
            <a:ext cx="1154242" cy="577121"/>
          </a:xfrm>
          <a:custGeom>
            <a:avLst/>
            <a:gdLst>
              <a:gd name="connsiteX0" fmla="*/ 0 w 1154242"/>
              <a:gd name="connsiteY0" fmla="*/ 0 h 577121"/>
              <a:gd name="connsiteX1" fmla="*/ 1154242 w 1154242"/>
              <a:gd name="connsiteY1" fmla="*/ 0 h 577121"/>
              <a:gd name="connsiteX2" fmla="*/ 1154242 w 1154242"/>
              <a:gd name="connsiteY2" fmla="*/ 577121 h 577121"/>
              <a:gd name="connsiteX3" fmla="*/ 0 w 1154242"/>
              <a:gd name="connsiteY3" fmla="*/ 577121 h 577121"/>
              <a:gd name="connsiteX4" fmla="*/ 0 w 1154242"/>
              <a:gd name="connsiteY4" fmla="*/ 0 h 5771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4242" h="577121">
                <a:moveTo>
                  <a:pt x="0" y="0"/>
                </a:moveTo>
                <a:lnTo>
                  <a:pt x="1154242" y="0"/>
                </a:lnTo>
                <a:lnTo>
                  <a:pt x="1154242" y="577121"/>
                </a:lnTo>
                <a:lnTo>
                  <a:pt x="0" y="577121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6">
              <a:hueOff val="0"/>
              <a:satOff val="0"/>
              <a:lumOff val="0"/>
              <a:alphaOff val="0"/>
            </a:schemeClr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255" tIns="8255" rIns="8255" bIns="8255" numCol="1" spcCol="1270" anchor="ctr" anchorCtr="0">
            <a:noAutofit/>
          </a:bodyPr>
          <a:lstStyle/>
          <a:p>
            <a:pPr marL="0" lvl="0" indent="0" algn="ctr" defTabSz="577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sz="1300" kern="1200" dirty="0"/>
              <a:t>3.1 Work </a:t>
            </a:r>
            <a:r>
              <a:rPr lang="de-DE" sz="1300" kern="1200" dirty="0" err="1"/>
              <a:t>package</a:t>
            </a:r>
            <a:r>
              <a:rPr lang="de-DE" sz="1300" kern="1200" dirty="0"/>
              <a:t> title</a:t>
            </a:r>
          </a:p>
        </p:txBody>
      </p:sp>
      <p:sp>
        <p:nvSpPr>
          <p:cNvPr id="45" name="Freihandform: Form 44">
            <a:extLst>
              <a:ext uri="{FF2B5EF4-FFF2-40B4-BE49-F238E27FC236}">
                <a16:creationId xmlns:a16="http://schemas.microsoft.com/office/drawing/2014/main" id="{17B6B97C-F6E9-44EF-A67E-B0D1CADC337A}"/>
              </a:ext>
            </a:extLst>
          </p:cNvPr>
          <p:cNvSpPr/>
          <p:nvPr/>
        </p:nvSpPr>
        <p:spPr>
          <a:xfrm>
            <a:off x="6256411" y="2730681"/>
            <a:ext cx="1154242" cy="577121"/>
          </a:xfrm>
          <a:custGeom>
            <a:avLst/>
            <a:gdLst>
              <a:gd name="connsiteX0" fmla="*/ 0 w 1154242"/>
              <a:gd name="connsiteY0" fmla="*/ 0 h 577121"/>
              <a:gd name="connsiteX1" fmla="*/ 1154242 w 1154242"/>
              <a:gd name="connsiteY1" fmla="*/ 0 h 577121"/>
              <a:gd name="connsiteX2" fmla="*/ 1154242 w 1154242"/>
              <a:gd name="connsiteY2" fmla="*/ 577121 h 577121"/>
              <a:gd name="connsiteX3" fmla="*/ 0 w 1154242"/>
              <a:gd name="connsiteY3" fmla="*/ 577121 h 577121"/>
              <a:gd name="connsiteX4" fmla="*/ 0 w 1154242"/>
              <a:gd name="connsiteY4" fmla="*/ 0 h 5771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4242" h="577121">
                <a:moveTo>
                  <a:pt x="0" y="0"/>
                </a:moveTo>
                <a:lnTo>
                  <a:pt x="1154242" y="0"/>
                </a:lnTo>
                <a:lnTo>
                  <a:pt x="1154242" y="577121"/>
                </a:lnTo>
                <a:lnTo>
                  <a:pt x="0" y="577121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6">
              <a:hueOff val="0"/>
              <a:satOff val="0"/>
              <a:lumOff val="0"/>
              <a:alphaOff val="0"/>
            </a:schemeClr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255" tIns="8255" rIns="8255" bIns="8255" numCol="1" spcCol="1270" anchor="ctr" anchorCtr="0">
            <a:noAutofit/>
          </a:bodyPr>
          <a:lstStyle/>
          <a:p>
            <a:pPr marL="0" lvl="0" indent="0" algn="ctr" defTabSz="577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sz="1300" kern="1200" dirty="0"/>
              <a:t>3.2 Work </a:t>
            </a:r>
            <a:r>
              <a:rPr lang="de-DE" sz="1300" kern="1200" dirty="0" err="1"/>
              <a:t>package</a:t>
            </a:r>
            <a:r>
              <a:rPr lang="de-DE" sz="1300" kern="1200" dirty="0"/>
              <a:t> title</a:t>
            </a:r>
          </a:p>
        </p:txBody>
      </p:sp>
      <p:sp>
        <p:nvSpPr>
          <p:cNvPr id="46" name="Freihandform: Form 45">
            <a:extLst>
              <a:ext uri="{FF2B5EF4-FFF2-40B4-BE49-F238E27FC236}">
                <a16:creationId xmlns:a16="http://schemas.microsoft.com/office/drawing/2014/main" id="{25D6F621-59C5-459C-AC3B-03BB24634991}"/>
              </a:ext>
            </a:extLst>
          </p:cNvPr>
          <p:cNvSpPr/>
          <p:nvPr/>
        </p:nvSpPr>
        <p:spPr>
          <a:xfrm>
            <a:off x="6256411" y="3550193"/>
            <a:ext cx="1154242" cy="577121"/>
          </a:xfrm>
          <a:custGeom>
            <a:avLst/>
            <a:gdLst>
              <a:gd name="connsiteX0" fmla="*/ 0 w 1154242"/>
              <a:gd name="connsiteY0" fmla="*/ 0 h 577121"/>
              <a:gd name="connsiteX1" fmla="*/ 1154242 w 1154242"/>
              <a:gd name="connsiteY1" fmla="*/ 0 h 577121"/>
              <a:gd name="connsiteX2" fmla="*/ 1154242 w 1154242"/>
              <a:gd name="connsiteY2" fmla="*/ 577121 h 577121"/>
              <a:gd name="connsiteX3" fmla="*/ 0 w 1154242"/>
              <a:gd name="connsiteY3" fmla="*/ 577121 h 577121"/>
              <a:gd name="connsiteX4" fmla="*/ 0 w 1154242"/>
              <a:gd name="connsiteY4" fmla="*/ 0 h 5771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4242" h="577121">
                <a:moveTo>
                  <a:pt x="0" y="0"/>
                </a:moveTo>
                <a:lnTo>
                  <a:pt x="1154242" y="0"/>
                </a:lnTo>
                <a:lnTo>
                  <a:pt x="1154242" y="577121"/>
                </a:lnTo>
                <a:lnTo>
                  <a:pt x="0" y="577121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6">
              <a:hueOff val="0"/>
              <a:satOff val="0"/>
              <a:lumOff val="0"/>
              <a:alphaOff val="0"/>
            </a:schemeClr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255" tIns="8255" rIns="8255" bIns="8255" numCol="1" spcCol="1270" anchor="ctr" anchorCtr="0">
            <a:noAutofit/>
          </a:bodyPr>
          <a:lstStyle/>
          <a:p>
            <a:pPr marL="0" lvl="0" indent="0" algn="ctr" defTabSz="577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sz="1300" kern="1200" dirty="0"/>
              <a:t>3.3 Work </a:t>
            </a:r>
            <a:r>
              <a:rPr lang="de-DE" sz="1300" kern="1200" dirty="0" err="1"/>
              <a:t>package</a:t>
            </a:r>
            <a:r>
              <a:rPr lang="de-DE" sz="1300" kern="1200" dirty="0"/>
              <a:t> title</a:t>
            </a:r>
          </a:p>
        </p:txBody>
      </p:sp>
      <p:sp>
        <p:nvSpPr>
          <p:cNvPr id="47" name="Freihandform: Form 46">
            <a:extLst>
              <a:ext uri="{FF2B5EF4-FFF2-40B4-BE49-F238E27FC236}">
                <a16:creationId xmlns:a16="http://schemas.microsoft.com/office/drawing/2014/main" id="{6FD138C9-91CC-4BCA-A7E2-38E4F64B3196}"/>
              </a:ext>
            </a:extLst>
          </p:cNvPr>
          <p:cNvSpPr/>
          <p:nvPr/>
        </p:nvSpPr>
        <p:spPr>
          <a:xfrm>
            <a:off x="6256411" y="4369706"/>
            <a:ext cx="1154242" cy="577121"/>
          </a:xfrm>
          <a:custGeom>
            <a:avLst/>
            <a:gdLst>
              <a:gd name="connsiteX0" fmla="*/ 0 w 1154242"/>
              <a:gd name="connsiteY0" fmla="*/ 0 h 577121"/>
              <a:gd name="connsiteX1" fmla="*/ 1154242 w 1154242"/>
              <a:gd name="connsiteY1" fmla="*/ 0 h 577121"/>
              <a:gd name="connsiteX2" fmla="*/ 1154242 w 1154242"/>
              <a:gd name="connsiteY2" fmla="*/ 577121 h 577121"/>
              <a:gd name="connsiteX3" fmla="*/ 0 w 1154242"/>
              <a:gd name="connsiteY3" fmla="*/ 577121 h 577121"/>
              <a:gd name="connsiteX4" fmla="*/ 0 w 1154242"/>
              <a:gd name="connsiteY4" fmla="*/ 0 h 5771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4242" h="577121">
                <a:moveTo>
                  <a:pt x="0" y="0"/>
                </a:moveTo>
                <a:lnTo>
                  <a:pt x="1154242" y="0"/>
                </a:lnTo>
                <a:lnTo>
                  <a:pt x="1154242" y="577121"/>
                </a:lnTo>
                <a:lnTo>
                  <a:pt x="0" y="577121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6">
              <a:hueOff val="0"/>
              <a:satOff val="0"/>
              <a:lumOff val="0"/>
              <a:alphaOff val="0"/>
            </a:schemeClr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255" tIns="8255" rIns="8255" bIns="8255" numCol="1" spcCol="1270" anchor="ctr" anchorCtr="0">
            <a:noAutofit/>
          </a:bodyPr>
          <a:lstStyle/>
          <a:p>
            <a:pPr marL="0" lvl="0" indent="0" algn="ctr" defTabSz="577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sz="1300" kern="1200" dirty="0"/>
              <a:t>3.4 Work </a:t>
            </a:r>
            <a:r>
              <a:rPr lang="de-DE" sz="1300" kern="1200" dirty="0" err="1"/>
              <a:t>package</a:t>
            </a:r>
            <a:r>
              <a:rPr lang="de-DE" sz="1300" kern="1200" dirty="0"/>
              <a:t> title</a:t>
            </a:r>
          </a:p>
        </p:txBody>
      </p:sp>
      <p:sp>
        <p:nvSpPr>
          <p:cNvPr id="48" name="Freihandform: Form 47">
            <a:extLst>
              <a:ext uri="{FF2B5EF4-FFF2-40B4-BE49-F238E27FC236}">
                <a16:creationId xmlns:a16="http://schemas.microsoft.com/office/drawing/2014/main" id="{B48AC605-2F40-4E2D-BDA1-2344588A307C}"/>
              </a:ext>
            </a:extLst>
          </p:cNvPr>
          <p:cNvSpPr/>
          <p:nvPr/>
        </p:nvSpPr>
        <p:spPr>
          <a:xfrm>
            <a:off x="6256411" y="5189218"/>
            <a:ext cx="1154242" cy="577121"/>
          </a:xfrm>
          <a:custGeom>
            <a:avLst/>
            <a:gdLst>
              <a:gd name="connsiteX0" fmla="*/ 0 w 1154242"/>
              <a:gd name="connsiteY0" fmla="*/ 0 h 577121"/>
              <a:gd name="connsiteX1" fmla="*/ 1154242 w 1154242"/>
              <a:gd name="connsiteY1" fmla="*/ 0 h 577121"/>
              <a:gd name="connsiteX2" fmla="*/ 1154242 w 1154242"/>
              <a:gd name="connsiteY2" fmla="*/ 577121 h 577121"/>
              <a:gd name="connsiteX3" fmla="*/ 0 w 1154242"/>
              <a:gd name="connsiteY3" fmla="*/ 577121 h 577121"/>
              <a:gd name="connsiteX4" fmla="*/ 0 w 1154242"/>
              <a:gd name="connsiteY4" fmla="*/ 0 h 5771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4242" h="577121">
                <a:moveTo>
                  <a:pt x="0" y="0"/>
                </a:moveTo>
                <a:lnTo>
                  <a:pt x="1154242" y="0"/>
                </a:lnTo>
                <a:lnTo>
                  <a:pt x="1154242" y="577121"/>
                </a:lnTo>
                <a:lnTo>
                  <a:pt x="0" y="577121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6">
              <a:hueOff val="0"/>
              <a:satOff val="0"/>
              <a:lumOff val="0"/>
              <a:alphaOff val="0"/>
            </a:schemeClr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255" tIns="8255" rIns="8255" bIns="8255" numCol="1" spcCol="1270" anchor="ctr" anchorCtr="0">
            <a:noAutofit/>
          </a:bodyPr>
          <a:lstStyle/>
          <a:p>
            <a:pPr marL="0" lvl="0" indent="0" algn="ctr" defTabSz="577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sz="1300" kern="1200" dirty="0"/>
              <a:t>3.5 Work </a:t>
            </a:r>
            <a:r>
              <a:rPr lang="de-DE" sz="1300" kern="1200" dirty="0" err="1"/>
              <a:t>package</a:t>
            </a:r>
            <a:r>
              <a:rPr lang="de-DE" sz="1300" kern="1200" dirty="0"/>
              <a:t> title</a:t>
            </a:r>
          </a:p>
        </p:txBody>
      </p:sp>
      <p:sp>
        <p:nvSpPr>
          <p:cNvPr id="49" name="Freihandform: Form 48">
            <a:extLst>
              <a:ext uri="{FF2B5EF4-FFF2-40B4-BE49-F238E27FC236}">
                <a16:creationId xmlns:a16="http://schemas.microsoft.com/office/drawing/2014/main" id="{D171705D-23DC-457D-8E44-757FC4597BFE}"/>
              </a:ext>
            </a:extLst>
          </p:cNvPr>
          <p:cNvSpPr/>
          <p:nvPr/>
        </p:nvSpPr>
        <p:spPr>
          <a:xfrm>
            <a:off x="6256411" y="6008730"/>
            <a:ext cx="1154242" cy="577121"/>
          </a:xfrm>
          <a:custGeom>
            <a:avLst/>
            <a:gdLst>
              <a:gd name="connsiteX0" fmla="*/ 0 w 1154242"/>
              <a:gd name="connsiteY0" fmla="*/ 0 h 577121"/>
              <a:gd name="connsiteX1" fmla="*/ 1154242 w 1154242"/>
              <a:gd name="connsiteY1" fmla="*/ 0 h 577121"/>
              <a:gd name="connsiteX2" fmla="*/ 1154242 w 1154242"/>
              <a:gd name="connsiteY2" fmla="*/ 577121 h 577121"/>
              <a:gd name="connsiteX3" fmla="*/ 0 w 1154242"/>
              <a:gd name="connsiteY3" fmla="*/ 577121 h 577121"/>
              <a:gd name="connsiteX4" fmla="*/ 0 w 1154242"/>
              <a:gd name="connsiteY4" fmla="*/ 0 h 5771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4242" h="577121">
                <a:moveTo>
                  <a:pt x="0" y="0"/>
                </a:moveTo>
                <a:lnTo>
                  <a:pt x="1154242" y="0"/>
                </a:lnTo>
                <a:lnTo>
                  <a:pt x="1154242" y="577121"/>
                </a:lnTo>
                <a:lnTo>
                  <a:pt x="0" y="577121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6">
              <a:hueOff val="0"/>
              <a:satOff val="0"/>
              <a:lumOff val="0"/>
              <a:alphaOff val="0"/>
            </a:schemeClr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255" tIns="8255" rIns="8255" bIns="8255" numCol="1" spcCol="1270" anchor="ctr" anchorCtr="0">
            <a:noAutofit/>
          </a:bodyPr>
          <a:lstStyle/>
          <a:p>
            <a:pPr marL="0" lvl="0" indent="0" algn="ctr" defTabSz="577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sz="1300" kern="1200" dirty="0"/>
              <a:t>3.6 Work </a:t>
            </a:r>
            <a:r>
              <a:rPr lang="de-DE" sz="1300" kern="1200" dirty="0" err="1"/>
              <a:t>package</a:t>
            </a:r>
            <a:r>
              <a:rPr lang="de-DE" sz="1300" kern="1200" dirty="0"/>
              <a:t> title</a:t>
            </a:r>
          </a:p>
        </p:txBody>
      </p:sp>
      <p:sp>
        <p:nvSpPr>
          <p:cNvPr id="50" name="Freihandform: Form 49">
            <a:extLst>
              <a:ext uri="{FF2B5EF4-FFF2-40B4-BE49-F238E27FC236}">
                <a16:creationId xmlns:a16="http://schemas.microsoft.com/office/drawing/2014/main" id="{6A72A972-6236-45CD-B0B2-B5B7C88233E1}"/>
              </a:ext>
            </a:extLst>
          </p:cNvPr>
          <p:cNvSpPr/>
          <p:nvPr/>
        </p:nvSpPr>
        <p:spPr>
          <a:xfrm>
            <a:off x="7364483" y="1091657"/>
            <a:ext cx="1154242" cy="577121"/>
          </a:xfrm>
          <a:custGeom>
            <a:avLst/>
            <a:gdLst>
              <a:gd name="connsiteX0" fmla="*/ 0 w 1154242"/>
              <a:gd name="connsiteY0" fmla="*/ 0 h 577121"/>
              <a:gd name="connsiteX1" fmla="*/ 1154242 w 1154242"/>
              <a:gd name="connsiteY1" fmla="*/ 0 h 577121"/>
              <a:gd name="connsiteX2" fmla="*/ 1154242 w 1154242"/>
              <a:gd name="connsiteY2" fmla="*/ 577121 h 577121"/>
              <a:gd name="connsiteX3" fmla="*/ 0 w 1154242"/>
              <a:gd name="connsiteY3" fmla="*/ 577121 h 577121"/>
              <a:gd name="connsiteX4" fmla="*/ 0 w 1154242"/>
              <a:gd name="connsiteY4" fmla="*/ 0 h 5771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4242" h="577121">
                <a:moveTo>
                  <a:pt x="0" y="0"/>
                </a:moveTo>
                <a:lnTo>
                  <a:pt x="1154242" y="0"/>
                </a:lnTo>
                <a:lnTo>
                  <a:pt x="1154242" y="577121"/>
                </a:lnTo>
                <a:lnTo>
                  <a:pt x="0" y="577121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5">
              <a:hueOff val="0"/>
              <a:satOff val="0"/>
              <a:lumOff val="0"/>
              <a:alphaOff val="0"/>
            </a:schemeClr>
          </a:fillRef>
          <a:effectRef idx="0">
            <a:schemeClr val="accent5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255" tIns="8255" rIns="8255" bIns="8255" numCol="1" spcCol="1270" anchor="ctr" anchorCtr="0">
            <a:noAutofit/>
          </a:bodyPr>
          <a:lstStyle/>
          <a:p>
            <a:pPr marL="0" lvl="0" indent="0" algn="ctr" defTabSz="577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sz="1300" kern="1200" dirty="0"/>
              <a:t>4. Project Phase Title</a:t>
            </a:r>
          </a:p>
        </p:txBody>
      </p:sp>
      <p:sp>
        <p:nvSpPr>
          <p:cNvPr id="51" name="Freihandform: Form 50">
            <a:extLst>
              <a:ext uri="{FF2B5EF4-FFF2-40B4-BE49-F238E27FC236}">
                <a16:creationId xmlns:a16="http://schemas.microsoft.com/office/drawing/2014/main" id="{DA02DF68-A2CA-4FEF-8051-4D239339E842}"/>
              </a:ext>
            </a:extLst>
          </p:cNvPr>
          <p:cNvSpPr/>
          <p:nvPr/>
        </p:nvSpPr>
        <p:spPr>
          <a:xfrm>
            <a:off x="7653044" y="1911169"/>
            <a:ext cx="1154242" cy="577121"/>
          </a:xfrm>
          <a:custGeom>
            <a:avLst/>
            <a:gdLst>
              <a:gd name="connsiteX0" fmla="*/ 0 w 1154242"/>
              <a:gd name="connsiteY0" fmla="*/ 0 h 577121"/>
              <a:gd name="connsiteX1" fmla="*/ 1154242 w 1154242"/>
              <a:gd name="connsiteY1" fmla="*/ 0 h 577121"/>
              <a:gd name="connsiteX2" fmla="*/ 1154242 w 1154242"/>
              <a:gd name="connsiteY2" fmla="*/ 577121 h 577121"/>
              <a:gd name="connsiteX3" fmla="*/ 0 w 1154242"/>
              <a:gd name="connsiteY3" fmla="*/ 577121 h 577121"/>
              <a:gd name="connsiteX4" fmla="*/ 0 w 1154242"/>
              <a:gd name="connsiteY4" fmla="*/ 0 h 5771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4242" h="577121">
                <a:moveTo>
                  <a:pt x="0" y="0"/>
                </a:moveTo>
                <a:lnTo>
                  <a:pt x="1154242" y="0"/>
                </a:lnTo>
                <a:lnTo>
                  <a:pt x="1154242" y="577121"/>
                </a:lnTo>
                <a:lnTo>
                  <a:pt x="0" y="577121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6">
              <a:hueOff val="0"/>
              <a:satOff val="0"/>
              <a:lumOff val="0"/>
              <a:alphaOff val="0"/>
            </a:schemeClr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255" tIns="8255" rIns="8255" bIns="8255" numCol="1" spcCol="1270" anchor="ctr" anchorCtr="0">
            <a:noAutofit/>
          </a:bodyPr>
          <a:lstStyle/>
          <a:p>
            <a:pPr marL="0" lvl="0" indent="0" algn="ctr" defTabSz="577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sz="1300" kern="1200" dirty="0"/>
              <a:t>4.1 Work </a:t>
            </a:r>
            <a:r>
              <a:rPr lang="de-DE" sz="1300" kern="1200" dirty="0" err="1"/>
              <a:t>package</a:t>
            </a:r>
            <a:r>
              <a:rPr lang="de-DE" sz="1300" kern="1200" dirty="0"/>
              <a:t> title</a:t>
            </a:r>
          </a:p>
        </p:txBody>
      </p:sp>
      <p:sp>
        <p:nvSpPr>
          <p:cNvPr id="52" name="Freihandform: Form 51">
            <a:extLst>
              <a:ext uri="{FF2B5EF4-FFF2-40B4-BE49-F238E27FC236}">
                <a16:creationId xmlns:a16="http://schemas.microsoft.com/office/drawing/2014/main" id="{09F175B4-EC1D-4CB5-98D0-4D3BF7738C76}"/>
              </a:ext>
            </a:extLst>
          </p:cNvPr>
          <p:cNvSpPr/>
          <p:nvPr/>
        </p:nvSpPr>
        <p:spPr>
          <a:xfrm>
            <a:off x="7653044" y="2730681"/>
            <a:ext cx="1154242" cy="577121"/>
          </a:xfrm>
          <a:custGeom>
            <a:avLst/>
            <a:gdLst>
              <a:gd name="connsiteX0" fmla="*/ 0 w 1154242"/>
              <a:gd name="connsiteY0" fmla="*/ 0 h 577121"/>
              <a:gd name="connsiteX1" fmla="*/ 1154242 w 1154242"/>
              <a:gd name="connsiteY1" fmla="*/ 0 h 577121"/>
              <a:gd name="connsiteX2" fmla="*/ 1154242 w 1154242"/>
              <a:gd name="connsiteY2" fmla="*/ 577121 h 577121"/>
              <a:gd name="connsiteX3" fmla="*/ 0 w 1154242"/>
              <a:gd name="connsiteY3" fmla="*/ 577121 h 577121"/>
              <a:gd name="connsiteX4" fmla="*/ 0 w 1154242"/>
              <a:gd name="connsiteY4" fmla="*/ 0 h 5771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4242" h="577121">
                <a:moveTo>
                  <a:pt x="0" y="0"/>
                </a:moveTo>
                <a:lnTo>
                  <a:pt x="1154242" y="0"/>
                </a:lnTo>
                <a:lnTo>
                  <a:pt x="1154242" y="577121"/>
                </a:lnTo>
                <a:lnTo>
                  <a:pt x="0" y="577121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6">
              <a:hueOff val="0"/>
              <a:satOff val="0"/>
              <a:lumOff val="0"/>
              <a:alphaOff val="0"/>
            </a:schemeClr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255" tIns="8255" rIns="8255" bIns="8255" numCol="1" spcCol="1270" anchor="ctr" anchorCtr="0">
            <a:noAutofit/>
          </a:bodyPr>
          <a:lstStyle/>
          <a:p>
            <a:pPr marL="0" lvl="0" indent="0" algn="ctr" defTabSz="577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sz="1300" kern="1200" dirty="0"/>
              <a:t>4.2 Work </a:t>
            </a:r>
            <a:r>
              <a:rPr lang="de-DE" sz="1300" kern="1200" dirty="0" err="1"/>
              <a:t>package</a:t>
            </a:r>
            <a:r>
              <a:rPr lang="de-DE" sz="1300" kern="1200" dirty="0"/>
              <a:t> title</a:t>
            </a:r>
          </a:p>
        </p:txBody>
      </p:sp>
      <p:sp>
        <p:nvSpPr>
          <p:cNvPr id="53" name="Freihandform: Form 52">
            <a:extLst>
              <a:ext uri="{FF2B5EF4-FFF2-40B4-BE49-F238E27FC236}">
                <a16:creationId xmlns:a16="http://schemas.microsoft.com/office/drawing/2014/main" id="{E3C5C1B9-D7F3-4A64-BCFD-7B3CEDE5A78A}"/>
              </a:ext>
            </a:extLst>
          </p:cNvPr>
          <p:cNvSpPr/>
          <p:nvPr/>
        </p:nvSpPr>
        <p:spPr>
          <a:xfrm>
            <a:off x="7653044" y="3550193"/>
            <a:ext cx="1154242" cy="577121"/>
          </a:xfrm>
          <a:custGeom>
            <a:avLst/>
            <a:gdLst>
              <a:gd name="connsiteX0" fmla="*/ 0 w 1154242"/>
              <a:gd name="connsiteY0" fmla="*/ 0 h 577121"/>
              <a:gd name="connsiteX1" fmla="*/ 1154242 w 1154242"/>
              <a:gd name="connsiteY1" fmla="*/ 0 h 577121"/>
              <a:gd name="connsiteX2" fmla="*/ 1154242 w 1154242"/>
              <a:gd name="connsiteY2" fmla="*/ 577121 h 577121"/>
              <a:gd name="connsiteX3" fmla="*/ 0 w 1154242"/>
              <a:gd name="connsiteY3" fmla="*/ 577121 h 577121"/>
              <a:gd name="connsiteX4" fmla="*/ 0 w 1154242"/>
              <a:gd name="connsiteY4" fmla="*/ 0 h 5771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4242" h="577121">
                <a:moveTo>
                  <a:pt x="0" y="0"/>
                </a:moveTo>
                <a:lnTo>
                  <a:pt x="1154242" y="0"/>
                </a:lnTo>
                <a:lnTo>
                  <a:pt x="1154242" y="577121"/>
                </a:lnTo>
                <a:lnTo>
                  <a:pt x="0" y="577121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6">
              <a:hueOff val="0"/>
              <a:satOff val="0"/>
              <a:lumOff val="0"/>
              <a:alphaOff val="0"/>
            </a:schemeClr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255" tIns="8255" rIns="8255" bIns="8255" numCol="1" spcCol="1270" anchor="ctr" anchorCtr="0">
            <a:noAutofit/>
          </a:bodyPr>
          <a:lstStyle/>
          <a:p>
            <a:pPr marL="0" lvl="0" indent="0" algn="ctr" defTabSz="577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sz="1300" kern="1200" dirty="0"/>
              <a:t>4.3 Work </a:t>
            </a:r>
            <a:r>
              <a:rPr lang="de-DE" sz="1300" kern="1200" dirty="0" err="1"/>
              <a:t>package</a:t>
            </a:r>
            <a:r>
              <a:rPr lang="de-DE" sz="1300" kern="1200" dirty="0"/>
              <a:t> title</a:t>
            </a:r>
          </a:p>
        </p:txBody>
      </p:sp>
      <p:sp>
        <p:nvSpPr>
          <p:cNvPr id="54" name="Freihandform: Form 53">
            <a:extLst>
              <a:ext uri="{FF2B5EF4-FFF2-40B4-BE49-F238E27FC236}">
                <a16:creationId xmlns:a16="http://schemas.microsoft.com/office/drawing/2014/main" id="{379FB217-D324-48C1-9B28-83E8690DD96F}"/>
              </a:ext>
            </a:extLst>
          </p:cNvPr>
          <p:cNvSpPr/>
          <p:nvPr/>
        </p:nvSpPr>
        <p:spPr>
          <a:xfrm>
            <a:off x="7653044" y="4369706"/>
            <a:ext cx="1154242" cy="577121"/>
          </a:xfrm>
          <a:custGeom>
            <a:avLst/>
            <a:gdLst>
              <a:gd name="connsiteX0" fmla="*/ 0 w 1154242"/>
              <a:gd name="connsiteY0" fmla="*/ 0 h 577121"/>
              <a:gd name="connsiteX1" fmla="*/ 1154242 w 1154242"/>
              <a:gd name="connsiteY1" fmla="*/ 0 h 577121"/>
              <a:gd name="connsiteX2" fmla="*/ 1154242 w 1154242"/>
              <a:gd name="connsiteY2" fmla="*/ 577121 h 577121"/>
              <a:gd name="connsiteX3" fmla="*/ 0 w 1154242"/>
              <a:gd name="connsiteY3" fmla="*/ 577121 h 577121"/>
              <a:gd name="connsiteX4" fmla="*/ 0 w 1154242"/>
              <a:gd name="connsiteY4" fmla="*/ 0 h 5771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4242" h="577121">
                <a:moveTo>
                  <a:pt x="0" y="0"/>
                </a:moveTo>
                <a:lnTo>
                  <a:pt x="1154242" y="0"/>
                </a:lnTo>
                <a:lnTo>
                  <a:pt x="1154242" y="577121"/>
                </a:lnTo>
                <a:lnTo>
                  <a:pt x="0" y="577121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6">
              <a:hueOff val="0"/>
              <a:satOff val="0"/>
              <a:lumOff val="0"/>
              <a:alphaOff val="0"/>
            </a:schemeClr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255" tIns="8255" rIns="8255" bIns="8255" numCol="1" spcCol="1270" anchor="ctr" anchorCtr="0">
            <a:noAutofit/>
          </a:bodyPr>
          <a:lstStyle/>
          <a:p>
            <a:pPr marL="0" lvl="0" indent="0" algn="ctr" defTabSz="577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sz="1300" kern="1200" dirty="0"/>
              <a:t>4.4 Work </a:t>
            </a:r>
            <a:r>
              <a:rPr lang="de-DE" sz="1300" kern="1200" dirty="0" err="1"/>
              <a:t>package</a:t>
            </a:r>
            <a:r>
              <a:rPr lang="de-DE" sz="1300" kern="1200" dirty="0"/>
              <a:t> title</a:t>
            </a:r>
          </a:p>
        </p:txBody>
      </p:sp>
      <p:sp>
        <p:nvSpPr>
          <p:cNvPr id="55" name="Freihandform: Form 54">
            <a:extLst>
              <a:ext uri="{FF2B5EF4-FFF2-40B4-BE49-F238E27FC236}">
                <a16:creationId xmlns:a16="http://schemas.microsoft.com/office/drawing/2014/main" id="{F4CE0B33-1191-40CE-ADF3-48F6A362AE4B}"/>
              </a:ext>
            </a:extLst>
          </p:cNvPr>
          <p:cNvSpPr/>
          <p:nvPr/>
        </p:nvSpPr>
        <p:spPr>
          <a:xfrm>
            <a:off x="8761117" y="1091657"/>
            <a:ext cx="1154242" cy="577121"/>
          </a:xfrm>
          <a:custGeom>
            <a:avLst/>
            <a:gdLst>
              <a:gd name="connsiteX0" fmla="*/ 0 w 1154242"/>
              <a:gd name="connsiteY0" fmla="*/ 0 h 577121"/>
              <a:gd name="connsiteX1" fmla="*/ 1154242 w 1154242"/>
              <a:gd name="connsiteY1" fmla="*/ 0 h 577121"/>
              <a:gd name="connsiteX2" fmla="*/ 1154242 w 1154242"/>
              <a:gd name="connsiteY2" fmla="*/ 577121 h 577121"/>
              <a:gd name="connsiteX3" fmla="*/ 0 w 1154242"/>
              <a:gd name="connsiteY3" fmla="*/ 577121 h 577121"/>
              <a:gd name="connsiteX4" fmla="*/ 0 w 1154242"/>
              <a:gd name="connsiteY4" fmla="*/ 0 h 5771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4242" h="577121">
                <a:moveTo>
                  <a:pt x="0" y="0"/>
                </a:moveTo>
                <a:lnTo>
                  <a:pt x="1154242" y="0"/>
                </a:lnTo>
                <a:lnTo>
                  <a:pt x="1154242" y="577121"/>
                </a:lnTo>
                <a:lnTo>
                  <a:pt x="0" y="577121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5">
              <a:hueOff val="0"/>
              <a:satOff val="0"/>
              <a:lumOff val="0"/>
              <a:alphaOff val="0"/>
            </a:schemeClr>
          </a:fillRef>
          <a:effectRef idx="0">
            <a:schemeClr val="accent5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255" tIns="8255" rIns="8255" bIns="8255" numCol="1" spcCol="1270" anchor="ctr" anchorCtr="0">
            <a:noAutofit/>
          </a:bodyPr>
          <a:lstStyle/>
          <a:p>
            <a:pPr marL="0" lvl="0" indent="0" algn="ctr" defTabSz="577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sz="1300" kern="1200" dirty="0"/>
              <a:t>5. Project Phase Title</a:t>
            </a:r>
          </a:p>
        </p:txBody>
      </p:sp>
      <p:sp>
        <p:nvSpPr>
          <p:cNvPr id="56" name="Freihandform: Form 55">
            <a:extLst>
              <a:ext uri="{FF2B5EF4-FFF2-40B4-BE49-F238E27FC236}">
                <a16:creationId xmlns:a16="http://schemas.microsoft.com/office/drawing/2014/main" id="{CCC1A57D-9B89-4F7C-A795-33F47975F3C5}"/>
              </a:ext>
            </a:extLst>
          </p:cNvPr>
          <p:cNvSpPr/>
          <p:nvPr/>
        </p:nvSpPr>
        <p:spPr>
          <a:xfrm>
            <a:off x="9049677" y="1911169"/>
            <a:ext cx="1154242" cy="577121"/>
          </a:xfrm>
          <a:custGeom>
            <a:avLst/>
            <a:gdLst>
              <a:gd name="connsiteX0" fmla="*/ 0 w 1154242"/>
              <a:gd name="connsiteY0" fmla="*/ 0 h 577121"/>
              <a:gd name="connsiteX1" fmla="*/ 1154242 w 1154242"/>
              <a:gd name="connsiteY1" fmla="*/ 0 h 577121"/>
              <a:gd name="connsiteX2" fmla="*/ 1154242 w 1154242"/>
              <a:gd name="connsiteY2" fmla="*/ 577121 h 577121"/>
              <a:gd name="connsiteX3" fmla="*/ 0 w 1154242"/>
              <a:gd name="connsiteY3" fmla="*/ 577121 h 577121"/>
              <a:gd name="connsiteX4" fmla="*/ 0 w 1154242"/>
              <a:gd name="connsiteY4" fmla="*/ 0 h 5771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4242" h="577121">
                <a:moveTo>
                  <a:pt x="0" y="0"/>
                </a:moveTo>
                <a:lnTo>
                  <a:pt x="1154242" y="0"/>
                </a:lnTo>
                <a:lnTo>
                  <a:pt x="1154242" y="577121"/>
                </a:lnTo>
                <a:lnTo>
                  <a:pt x="0" y="577121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6">
              <a:hueOff val="0"/>
              <a:satOff val="0"/>
              <a:lumOff val="0"/>
              <a:alphaOff val="0"/>
            </a:schemeClr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255" tIns="8255" rIns="8255" bIns="8255" numCol="1" spcCol="1270" anchor="ctr" anchorCtr="0">
            <a:noAutofit/>
          </a:bodyPr>
          <a:lstStyle/>
          <a:p>
            <a:pPr marL="0" lvl="0" indent="0" algn="ctr" defTabSz="577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sz="1300" kern="1200" dirty="0"/>
              <a:t>5.1 Work </a:t>
            </a:r>
            <a:r>
              <a:rPr lang="de-DE" sz="1300" kern="1200" dirty="0" err="1"/>
              <a:t>package</a:t>
            </a:r>
            <a:r>
              <a:rPr lang="de-DE" sz="1300" kern="1200" dirty="0"/>
              <a:t> title</a:t>
            </a:r>
          </a:p>
        </p:txBody>
      </p:sp>
      <p:sp>
        <p:nvSpPr>
          <p:cNvPr id="57" name="Freihandform: Form 56">
            <a:extLst>
              <a:ext uri="{FF2B5EF4-FFF2-40B4-BE49-F238E27FC236}">
                <a16:creationId xmlns:a16="http://schemas.microsoft.com/office/drawing/2014/main" id="{1654F27A-878D-4876-BEFB-8A783BA00871}"/>
              </a:ext>
            </a:extLst>
          </p:cNvPr>
          <p:cNvSpPr/>
          <p:nvPr/>
        </p:nvSpPr>
        <p:spPr>
          <a:xfrm>
            <a:off x="9049677" y="2730681"/>
            <a:ext cx="1154242" cy="577121"/>
          </a:xfrm>
          <a:custGeom>
            <a:avLst/>
            <a:gdLst>
              <a:gd name="connsiteX0" fmla="*/ 0 w 1154242"/>
              <a:gd name="connsiteY0" fmla="*/ 0 h 577121"/>
              <a:gd name="connsiteX1" fmla="*/ 1154242 w 1154242"/>
              <a:gd name="connsiteY1" fmla="*/ 0 h 577121"/>
              <a:gd name="connsiteX2" fmla="*/ 1154242 w 1154242"/>
              <a:gd name="connsiteY2" fmla="*/ 577121 h 577121"/>
              <a:gd name="connsiteX3" fmla="*/ 0 w 1154242"/>
              <a:gd name="connsiteY3" fmla="*/ 577121 h 577121"/>
              <a:gd name="connsiteX4" fmla="*/ 0 w 1154242"/>
              <a:gd name="connsiteY4" fmla="*/ 0 h 5771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4242" h="577121">
                <a:moveTo>
                  <a:pt x="0" y="0"/>
                </a:moveTo>
                <a:lnTo>
                  <a:pt x="1154242" y="0"/>
                </a:lnTo>
                <a:lnTo>
                  <a:pt x="1154242" y="577121"/>
                </a:lnTo>
                <a:lnTo>
                  <a:pt x="0" y="577121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6">
              <a:hueOff val="0"/>
              <a:satOff val="0"/>
              <a:lumOff val="0"/>
              <a:alphaOff val="0"/>
            </a:schemeClr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255" tIns="8255" rIns="8255" bIns="8255" numCol="1" spcCol="1270" anchor="ctr" anchorCtr="0">
            <a:noAutofit/>
          </a:bodyPr>
          <a:lstStyle/>
          <a:p>
            <a:pPr marL="0" lvl="0" indent="0" algn="ctr" defTabSz="577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sz="1300" kern="1200" dirty="0"/>
              <a:t>5.2 Work </a:t>
            </a:r>
            <a:r>
              <a:rPr lang="de-DE" sz="1300" kern="1200" dirty="0" err="1"/>
              <a:t>package</a:t>
            </a:r>
            <a:r>
              <a:rPr lang="de-DE" sz="1300" kern="1200" dirty="0"/>
              <a:t> title</a:t>
            </a:r>
          </a:p>
        </p:txBody>
      </p:sp>
      <p:sp>
        <p:nvSpPr>
          <p:cNvPr id="58" name="Freihandform: Form 57">
            <a:extLst>
              <a:ext uri="{FF2B5EF4-FFF2-40B4-BE49-F238E27FC236}">
                <a16:creationId xmlns:a16="http://schemas.microsoft.com/office/drawing/2014/main" id="{D0AFA3E1-5FF6-4335-86EF-B7606225E409}"/>
              </a:ext>
            </a:extLst>
          </p:cNvPr>
          <p:cNvSpPr/>
          <p:nvPr/>
        </p:nvSpPr>
        <p:spPr>
          <a:xfrm>
            <a:off x="9049677" y="3550193"/>
            <a:ext cx="1154242" cy="577121"/>
          </a:xfrm>
          <a:custGeom>
            <a:avLst/>
            <a:gdLst>
              <a:gd name="connsiteX0" fmla="*/ 0 w 1154242"/>
              <a:gd name="connsiteY0" fmla="*/ 0 h 577121"/>
              <a:gd name="connsiteX1" fmla="*/ 1154242 w 1154242"/>
              <a:gd name="connsiteY1" fmla="*/ 0 h 577121"/>
              <a:gd name="connsiteX2" fmla="*/ 1154242 w 1154242"/>
              <a:gd name="connsiteY2" fmla="*/ 577121 h 577121"/>
              <a:gd name="connsiteX3" fmla="*/ 0 w 1154242"/>
              <a:gd name="connsiteY3" fmla="*/ 577121 h 577121"/>
              <a:gd name="connsiteX4" fmla="*/ 0 w 1154242"/>
              <a:gd name="connsiteY4" fmla="*/ 0 h 5771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4242" h="577121">
                <a:moveTo>
                  <a:pt x="0" y="0"/>
                </a:moveTo>
                <a:lnTo>
                  <a:pt x="1154242" y="0"/>
                </a:lnTo>
                <a:lnTo>
                  <a:pt x="1154242" y="577121"/>
                </a:lnTo>
                <a:lnTo>
                  <a:pt x="0" y="577121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6">
              <a:hueOff val="0"/>
              <a:satOff val="0"/>
              <a:lumOff val="0"/>
              <a:alphaOff val="0"/>
            </a:schemeClr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255" tIns="8255" rIns="8255" bIns="8255" numCol="1" spcCol="1270" anchor="ctr" anchorCtr="0">
            <a:noAutofit/>
          </a:bodyPr>
          <a:lstStyle/>
          <a:p>
            <a:pPr marL="0" lvl="0" indent="0" algn="ctr" defTabSz="577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sz="1300" kern="1200" dirty="0"/>
              <a:t>5.3 Work </a:t>
            </a:r>
            <a:r>
              <a:rPr lang="de-DE" sz="1300" kern="1200" dirty="0" err="1"/>
              <a:t>package</a:t>
            </a:r>
            <a:r>
              <a:rPr lang="de-DE" sz="1300" kern="1200" dirty="0"/>
              <a:t> title</a:t>
            </a:r>
          </a:p>
        </p:txBody>
      </p:sp>
    </p:spTree>
    <p:extLst>
      <p:ext uri="{BB962C8B-B14F-4D97-AF65-F5344CB8AC3E}">
        <p14:creationId xmlns:p14="http://schemas.microsoft.com/office/powerpoint/2010/main" val="23064060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112</Words>
  <Application>Microsoft Office PowerPoint</Application>
  <PresentationFormat>Breitbild</PresentationFormat>
  <Paragraphs>27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Grasser Simon</dc:creator>
  <cp:keywords>, docId:880DACFBD0E258DD31718367D850CF2D</cp:keywords>
  <cp:lastModifiedBy>Grasser Simon</cp:lastModifiedBy>
  <cp:revision>3</cp:revision>
  <dcterms:created xsi:type="dcterms:W3CDTF">2024-10-24T08:13:35Z</dcterms:created>
  <dcterms:modified xsi:type="dcterms:W3CDTF">2024-10-30T09:55:01Z</dcterms:modified>
</cp:coreProperties>
</file>